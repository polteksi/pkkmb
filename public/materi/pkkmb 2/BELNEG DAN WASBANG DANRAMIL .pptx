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0" r:id="rId1"/>
    <p:sldMasterId id="2147483701" r:id="rId2"/>
    <p:sldMasterId id="2147483702" r:id="rId3"/>
    <p:sldMasterId id="2147483703" r:id="rId4"/>
  </p:sldMasterIdLst>
  <p:notesMasterIdLst>
    <p:notesMasterId r:id="rId37"/>
  </p:notesMasterIdLst>
  <p:sldIdLst>
    <p:sldId id="295" r:id="rId5"/>
    <p:sldId id="325" r:id="rId6"/>
    <p:sldId id="326"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 id="310" r:id="rId22"/>
    <p:sldId id="311" r:id="rId23"/>
    <p:sldId id="312" r:id="rId24"/>
    <p:sldId id="313" r:id="rId25"/>
    <p:sldId id="314" r:id="rId26"/>
    <p:sldId id="315" r:id="rId27"/>
    <p:sldId id="316" r:id="rId28"/>
    <p:sldId id="317" r:id="rId29"/>
    <p:sldId id="318" r:id="rId30"/>
    <p:sldId id="319" r:id="rId31"/>
    <p:sldId id="320" r:id="rId32"/>
    <p:sldId id="321" r:id="rId33"/>
    <p:sldId id="322" r:id="rId34"/>
    <p:sldId id="323" r:id="rId35"/>
    <p:sldId id="324" r:id="rId36"/>
  </p:sldIdLst>
  <p:sldSz cx="9144000" cy="6858000" type="screen4x3"/>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15" autoAdjust="0"/>
    <p:restoredTop sz="94660"/>
  </p:normalViewPr>
  <p:slideViewPr>
    <p:cSldViewPr>
      <p:cViewPr varScale="1">
        <p:scale>
          <a:sx n="87" d="100"/>
          <a:sy n="87" d="100"/>
        </p:scale>
        <p:origin x="1098"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9017"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d-ID"/>
          </a:p>
        </p:txBody>
      </p:sp>
      <p:sp>
        <p:nvSpPr>
          <p:cNvPr id="1049018"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CEB203D-3834-40E4-84DA-8D1C2D7CE0B8}" type="datetimeFigureOut">
              <a:rPr lang="id-ID" smtClean="0"/>
              <a:t>02/06/2026</a:t>
            </a:fld>
            <a:endParaRPr lang="id-ID"/>
          </a:p>
        </p:txBody>
      </p:sp>
      <p:sp>
        <p:nvSpPr>
          <p:cNvPr id="1049019"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d-ID"/>
          </a:p>
        </p:txBody>
      </p:sp>
      <p:sp>
        <p:nvSpPr>
          <p:cNvPr id="1049020"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1049021"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d-ID"/>
          </a:p>
        </p:txBody>
      </p:sp>
      <p:sp>
        <p:nvSpPr>
          <p:cNvPr id="1049022"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C0E69B6-4C8F-446C-B01A-F3B529AA6C08}" type="slidenum">
              <a:rPr lang="id-ID" smtClean="0"/>
              <a:t>‹#›</a:t>
            </a:fld>
            <a:endParaRPr lang="id-ID"/>
          </a:p>
        </p:txBody>
      </p:sp>
    </p:spTree>
    <p:extLst>
      <p:ext uri="{BB962C8B-B14F-4D97-AF65-F5344CB8AC3E}">
        <p14:creationId xmlns:p14="http://schemas.microsoft.com/office/powerpoint/2010/main" val="9833815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0" name="Slide Image Placeholder 1"/>
          <p:cNvSpPr>
            <a:spLocks noGrp="1" noRot="1" noChangeAspect="1" noTextEdit="1"/>
          </p:cNvSpPr>
          <p:nvPr>
            <p:ph type="sldImg"/>
          </p:nvPr>
        </p:nvSpPr>
        <p:spPr bwMode="auto">
          <a:xfrm>
            <a:off x="1143000" y="685800"/>
            <a:ext cx="4572000" cy="3429000"/>
          </a:xfrm>
          <a:noFill/>
          <a:ln>
            <a:solidFill>
              <a:srgbClr val="000000"/>
            </a:solidFill>
            <a:miter lim="800000"/>
            <a:headEnd/>
            <a:tailEnd/>
          </a:ln>
        </p:spPr>
      </p:sp>
      <p:sp>
        <p:nvSpPr>
          <p:cNvPr id="104865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id-ID" dirty="0"/>
          </a:p>
        </p:txBody>
      </p:sp>
      <p:sp>
        <p:nvSpPr>
          <p:cNvPr id="1048652" name="Slide Number Placeholder 3"/>
          <p:cNvSpPr>
            <a:spLocks noGrp="1"/>
          </p:cNvSpPr>
          <p:nvPr>
            <p:ph type="sldNum" sz="quarter" idx="5"/>
          </p:nvPr>
        </p:nvSpPr>
        <p:spPr bwMode="auto">
          <a:noFill/>
        </p:spPr>
        <p:txBody>
          <a:bodyPr wrap="square" numCol="1" anchorCtr="0" compatLnSpc="1">
            <a:prstTxWarp prst="textNoShape">
              <a:avLst/>
            </a:prstTxWarp>
          </a:bodyPr>
          <a:lstStyle>
            <a:lvl1pPr>
              <a:defRPr>
                <a:solidFill>
                  <a:schemeClr val="tx1"/>
                </a:solidFill>
                <a:latin typeface="Times New Roman" pitchFamily="18" charset="0"/>
              </a:defRPr>
            </a:lvl1pPr>
            <a:lvl2pPr marL="744117" indent="-286199">
              <a:defRPr>
                <a:solidFill>
                  <a:schemeClr val="tx1"/>
                </a:solidFill>
                <a:latin typeface="Times New Roman" pitchFamily="18" charset="0"/>
              </a:defRPr>
            </a:lvl2pPr>
            <a:lvl3pPr marL="1144797" indent="-228959">
              <a:defRPr>
                <a:solidFill>
                  <a:schemeClr val="tx1"/>
                </a:solidFill>
                <a:latin typeface="Times New Roman" pitchFamily="18" charset="0"/>
              </a:defRPr>
            </a:lvl3pPr>
            <a:lvl4pPr marL="1602714" indent="-228959">
              <a:defRPr>
                <a:solidFill>
                  <a:schemeClr val="tx1"/>
                </a:solidFill>
                <a:latin typeface="Times New Roman" pitchFamily="18" charset="0"/>
              </a:defRPr>
            </a:lvl4pPr>
            <a:lvl5pPr marL="2060633" indent="-228959">
              <a:defRPr>
                <a:solidFill>
                  <a:schemeClr val="tx1"/>
                </a:solidFill>
                <a:latin typeface="Times New Roman" pitchFamily="18" charset="0"/>
              </a:defRPr>
            </a:lvl5pPr>
            <a:lvl6pPr marL="2518552" indent="-228959" eaLnBrk="0" fontAlgn="base" hangingPunct="0">
              <a:spcBef>
                <a:spcPct val="0"/>
              </a:spcBef>
              <a:spcAft>
                <a:spcPct val="0"/>
              </a:spcAft>
              <a:defRPr>
                <a:solidFill>
                  <a:schemeClr val="tx1"/>
                </a:solidFill>
                <a:latin typeface="Times New Roman" pitchFamily="18" charset="0"/>
              </a:defRPr>
            </a:lvl6pPr>
            <a:lvl7pPr marL="2976470" indent="-228959" eaLnBrk="0" fontAlgn="base" hangingPunct="0">
              <a:spcBef>
                <a:spcPct val="0"/>
              </a:spcBef>
              <a:spcAft>
                <a:spcPct val="0"/>
              </a:spcAft>
              <a:defRPr>
                <a:solidFill>
                  <a:schemeClr val="tx1"/>
                </a:solidFill>
                <a:latin typeface="Times New Roman" pitchFamily="18" charset="0"/>
              </a:defRPr>
            </a:lvl7pPr>
            <a:lvl8pPr marL="3434389" indent="-228959" eaLnBrk="0" fontAlgn="base" hangingPunct="0">
              <a:spcBef>
                <a:spcPct val="0"/>
              </a:spcBef>
              <a:spcAft>
                <a:spcPct val="0"/>
              </a:spcAft>
              <a:defRPr>
                <a:solidFill>
                  <a:schemeClr val="tx1"/>
                </a:solidFill>
                <a:latin typeface="Times New Roman" pitchFamily="18" charset="0"/>
              </a:defRPr>
            </a:lvl8pPr>
            <a:lvl9pPr marL="3892307" indent="-228959" eaLnBrk="0" fontAlgn="base" hangingPunct="0">
              <a:spcBef>
                <a:spcPct val="0"/>
              </a:spcBef>
              <a:spcAft>
                <a:spcPct val="0"/>
              </a:spcAft>
              <a:defRPr>
                <a:solidFill>
                  <a:schemeClr val="tx1"/>
                </a:solidFill>
                <a:latin typeface="Times New Roman" pitchFamily="18" charset="0"/>
              </a:defRPr>
            </a:lvl9pPr>
          </a:lstStyle>
          <a:p>
            <a:fld id="{358F5D0D-7755-474E-9F08-FCA51B29F29C}" type="slidenum">
              <a:rPr lang="id-ID" smtClean="0">
                <a:solidFill>
                  <a:srgbClr val="000000"/>
                </a:solidFill>
              </a:rPr>
              <a:t>5</a:t>
            </a:fld>
            <a:endParaRPr lang="id-ID">
              <a:solidFill>
                <a:srgbClr val="000000"/>
              </a:solidFill>
            </a:endParaRPr>
          </a:p>
        </p:txBody>
      </p:sp>
    </p:spTree>
    <p:extLst>
      <p:ext uri="{BB962C8B-B14F-4D97-AF65-F5344CB8AC3E}">
        <p14:creationId xmlns:p14="http://schemas.microsoft.com/office/powerpoint/2010/main" val="27728186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9" name="Slide Image Placeholder 1"/>
          <p:cNvSpPr>
            <a:spLocks noGrp="1" noRot="1" noChangeAspect="1"/>
          </p:cNvSpPr>
          <p:nvPr>
            <p:ph type="sldImg"/>
          </p:nvPr>
        </p:nvSpPr>
        <p:spPr>
          <a:xfrm>
            <a:off x="1143000" y="685800"/>
            <a:ext cx="4572000" cy="3429000"/>
          </a:xfrm>
        </p:spPr>
      </p:sp>
      <p:sp>
        <p:nvSpPr>
          <p:cNvPr id="1048670" name="Notes Placeholder 2"/>
          <p:cNvSpPr>
            <a:spLocks noGrp="1"/>
          </p:cNvSpPr>
          <p:nvPr>
            <p:ph type="body" idx="1"/>
          </p:nvPr>
        </p:nvSpPr>
        <p:spPr/>
        <p:txBody>
          <a:bodyPr>
            <a:normAutofit/>
          </a:bodyPr>
          <a:lstStyle/>
          <a:p>
            <a:endParaRPr lang="en-US" dirty="0"/>
          </a:p>
        </p:txBody>
      </p:sp>
      <p:sp>
        <p:nvSpPr>
          <p:cNvPr id="1048671" name="Slide Number Placeholder 3"/>
          <p:cNvSpPr>
            <a:spLocks noGrp="1"/>
          </p:cNvSpPr>
          <p:nvPr>
            <p:ph type="sldNum" sz="quarter" idx="10"/>
          </p:nvPr>
        </p:nvSpPr>
        <p:spPr/>
        <p:txBody>
          <a:bodyPr/>
          <a:lstStyle/>
          <a:p>
            <a:fld id="{9B26CD33-4337-4529-948A-94F6960B2374}" type="slidenum">
              <a:rPr lang="en-US">
                <a:solidFill>
                  <a:prstClr val="black"/>
                </a:solidFill>
              </a:rPr>
              <a:t>6</a:t>
            </a:fld>
            <a:endParaRPr lang="en-US" dirty="0">
              <a:solidFill>
                <a:prstClr val="black"/>
              </a:solidFill>
            </a:endParaRPr>
          </a:p>
        </p:txBody>
      </p:sp>
    </p:spTree>
    <p:extLst>
      <p:ext uri="{BB962C8B-B14F-4D97-AF65-F5344CB8AC3E}">
        <p14:creationId xmlns:p14="http://schemas.microsoft.com/office/powerpoint/2010/main" val="13063738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3" name="Slide Image Placeholder 1"/>
          <p:cNvSpPr>
            <a:spLocks noGrp="1" noRot="1" noChangeAspect="1" noTextEdit="1"/>
          </p:cNvSpPr>
          <p:nvPr>
            <p:ph type="sldImg"/>
          </p:nvPr>
        </p:nvSpPr>
        <p:spPr bwMode="auto">
          <a:xfrm>
            <a:off x="1143000" y="685800"/>
            <a:ext cx="4572000" cy="3429000"/>
          </a:xfrm>
          <a:noFill/>
          <a:ln>
            <a:solidFill>
              <a:srgbClr val="000000"/>
            </a:solidFill>
            <a:miter lim="800000"/>
            <a:headEnd/>
            <a:tailEnd/>
          </a:ln>
        </p:spPr>
      </p:sp>
      <p:sp>
        <p:nvSpPr>
          <p:cNvPr id="104868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id-ID" dirty="0"/>
          </a:p>
        </p:txBody>
      </p:sp>
      <p:sp>
        <p:nvSpPr>
          <p:cNvPr id="1048685" name="Slide Number Placeholder 3"/>
          <p:cNvSpPr>
            <a:spLocks noGrp="1"/>
          </p:cNvSpPr>
          <p:nvPr>
            <p:ph type="sldNum" sz="quarter" idx="5"/>
          </p:nvPr>
        </p:nvSpPr>
        <p:spPr bwMode="auto">
          <a:noFill/>
        </p:spPr>
        <p:txBody>
          <a:bodyPr wrap="square" numCol="1" anchorCtr="0" compatLnSpc="1">
            <a:prstTxWarp prst="textNoShape">
              <a:avLst/>
            </a:prstTxWarp>
          </a:bodyPr>
          <a:lstStyle>
            <a:lvl1pPr>
              <a:defRPr>
                <a:solidFill>
                  <a:schemeClr val="tx1"/>
                </a:solidFill>
                <a:latin typeface="Times New Roman" pitchFamily="18" charset="0"/>
              </a:defRPr>
            </a:lvl1pPr>
            <a:lvl2pPr marL="744117" indent="-286199">
              <a:defRPr>
                <a:solidFill>
                  <a:schemeClr val="tx1"/>
                </a:solidFill>
                <a:latin typeface="Times New Roman" pitchFamily="18" charset="0"/>
              </a:defRPr>
            </a:lvl2pPr>
            <a:lvl3pPr marL="1144797" indent="-228959">
              <a:defRPr>
                <a:solidFill>
                  <a:schemeClr val="tx1"/>
                </a:solidFill>
                <a:latin typeface="Times New Roman" pitchFamily="18" charset="0"/>
              </a:defRPr>
            </a:lvl3pPr>
            <a:lvl4pPr marL="1602714" indent="-228959">
              <a:defRPr>
                <a:solidFill>
                  <a:schemeClr val="tx1"/>
                </a:solidFill>
                <a:latin typeface="Times New Roman" pitchFamily="18" charset="0"/>
              </a:defRPr>
            </a:lvl4pPr>
            <a:lvl5pPr marL="2060633" indent="-228959">
              <a:defRPr>
                <a:solidFill>
                  <a:schemeClr val="tx1"/>
                </a:solidFill>
                <a:latin typeface="Times New Roman" pitchFamily="18" charset="0"/>
              </a:defRPr>
            </a:lvl5pPr>
            <a:lvl6pPr marL="2518552" indent="-228959" eaLnBrk="0" fontAlgn="base" hangingPunct="0">
              <a:spcBef>
                <a:spcPct val="0"/>
              </a:spcBef>
              <a:spcAft>
                <a:spcPct val="0"/>
              </a:spcAft>
              <a:defRPr>
                <a:solidFill>
                  <a:schemeClr val="tx1"/>
                </a:solidFill>
                <a:latin typeface="Times New Roman" pitchFamily="18" charset="0"/>
              </a:defRPr>
            </a:lvl6pPr>
            <a:lvl7pPr marL="2976470" indent="-228959" eaLnBrk="0" fontAlgn="base" hangingPunct="0">
              <a:spcBef>
                <a:spcPct val="0"/>
              </a:spcBef>
              <a:spcAft>
                <a:spcPct val="0"/>
              </a:spcAft>
              <a:defRPr>
                <a:solidFill>
                  <a:schemeClr val="tx1"/>
                </a:solidFill>
                <a:latin typeface="Times New Roman" pitchFamily="18" charset="0"/>
              </a:defRPr>
            </a:lvl7pPr>
            <a:lvl8pPr marL="3434389" indent="-228959" eaLnBrk="0" fontAlgn="base" hangingPunct="0">
              <a:spcBef>
                <a:spcPct val="0"/>
              </a:spcBef>
              <a:spcAft>
                <a:spcPct val="0"/>
              </a:spcAft>
              <a:defRPr>
                <a:solidFill>
                  <a:schemeClr val="tx1"/>
                </a:solidFill>
                <a:latin typeface="Times New Roman" pitchFamily="18" charset="0"/>
              </a:defRPr>
            </a:lvl8pPr>
            <a:lvl9pPr marL="3892307" indent="-228959" eaLnBrk="0" fontAlgn="base" hangingPunct="0">
              <a:spcBef>
                <a:spcPct val="0"/>
              </a:spcBef>
              <a:spcAft>
                <a:spcPct val="0"/>
              </a:spcAft>
              <a:defRPr>
                <a:solidFill>
                  <a:schemeClr val="tx1"/>
                </a:solidFill>
                <a:latin typeface="Times New Roman" pitchFamily="18" charset="0"/>
              </a:defRPr>
            </a:lvl9pPr>
          </a:lstStyle>
          <a:p>
            <a:fld id="{358F5D0D-7755-474E-9F08-FCA51B29F29C}" type="slidenum">
              <a:rPr lang="id-ID" smtClean="0">
                <a:solidFill>
                  <a:srgbClr val="000000"/>
                </a:solidFill>
              </a:rPr>
              <a:t>8</a:t>
            </a:fld>
            <a:endParaRPr lang="id-ID">
              <a:solidFill>
                <a:srgbClr val="000000"/>
              </a:solidFill>
            </a:endParaRPr>
          </a:p>
        </p:txBody>
      </p:sp>
    </p:spTree>
    <p:extLst>
      <p:ext uri="{BB962C8B-B14F-4D97-AF65-F5344CB8AC3E}">
        <p14:creationId xmlns:p14="http://schemas.microsoft.com/office/powerpoint/2010/main" val="25545130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3" name="Slide Image Placeholder 1"/>
          <p:cNvSpPr>
            <a:spLocks noGrp="1" noRot="1" noChangeAspect="1"/>
          </p:cNvSpPr>
          <p:nvPr>
            <p:ph type="sldImg"/>
          </p:nvPr>
        </p:nvSpPr>
        <p:spPr/>
      </p:sp>
      <p:sp>
        <p:nvSpPr>
          <p:cNvPr id="1048694" name="Notes Placeholder 2"/>
          <p:cNvSpPr>
            <a:spLocks noGrp="1"/>
          </p:cNvSpPr>
          <p:nvPr>
            <p:ph type="body" idx="1"/>
          </p:nvPr>
        </p:nvSpPr>
        <p:spPr/>
        <p:txBody>
          <a:bodyPr>
            <a:normAutofit/>
          </a:bodyPr>
          <a:lstStyle/>
          <a:p>
            <a:endParaRPr lang="id-ID" dirty="0"/>
          </a:p>
        </p:txBody>
      </p:sp>
      <p:sp>
        <p:nvSpPr>
          <p:cNvPr id="1048695" name="Slide Number Placeholder 3"/>
          <p:cNvSpPr>
            <a:spLocks noGrp="1"/>
          </p:cNvSpPr>
          <p:nvPr>
            <p:ph type="sldNum" sz="quarter" idx="10"/>
          </p:nvPr>
        </p:nvSpPr>
        <p:spPr/>
        <p:txBody>
          <a:bodyPr/>
          <a:lstStyle/>
          <a:p>
            <a:fld id="{34686054-6307-4244-B4D9-AB68320B9F59}" type="slidenum">
              <a:rPr lang="id-ID" smtClean="0"/>
              <a:t>10</a:t>
            </a:fld>
            <a:endParaRPr lang="id-ID"/>
          </a:p>
        </p:txBody>
      </p:sp>
    </p:spTree>
    <p:extLst>
      <p:ext uri="{BB962C8B-B14F-4D97-AF65-F5344CB8AC3E}">
        <p14:creationId xmlns:p14="http://schemas.microsoft.com/office/powerpoint/2010/main" val="12408372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8" name="Slide Image Placeholder 1"/>
          <p:cNvSpPr>
            <a:spLocks noGrp="1" noRot="1" noChangeAspect="1" noTextEdit="1"/>
          </p:cNvSpPr>
          <p:nvPr>
            <p:ph type="sldImg"/>
          </p:nvPr>
        </p:nvSpPr>
        <p:spPr bwMode="auto">
          <a:xfrm>
            <a:off x="1143000" y="685800"/>
            <a:ext cx="4572000" cy="3429000"/>
          </a:xfrm>
          <a:noFill/>
          <a:ln>
            <a:solidFill>
              <a:srgbClr val="000000"/>
            </a:solidFill>
            <a:miter lim="800000"/>
            <a:headEnd/>
            <a:tailEnd/>
          </a:ln>
        </p:spPr>
      </p:sp>
      <p:sp>
        <p:nvSpPr>
          <p:cNvPr id="104872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id-ID" dirty="0"/>
          </a:p>
        </p:txBody>
      </p:sp>
      <p:sp>
        <p:nvSpPr>
          <p:cNvPr id="1048730" name="Slide Number Placeholder 3"/>
          <p:cNvSpPr>
            <a:spLocks noGrp="1"/>
          </p:cNvSpPr>
          <p:nvPr>
            <p:ph type="sldNum" sz="quarter" idx="5"/>
          </p:nvPr>
        </p:nvSpPr>
        <p:spPr bwMode="auto">
          <a:noFill/>
        </p:spPr>
        <p:txBody>
          <a:bodyPr wrap="square" numCol="1" anchorCtr="0" compatLnSpc="1">
            <a:prstTxWarp prst="textNoShape">
              <a:avLst/>
            </a:prstTxWarp>
          </a:bodyPr>
          <a:lstStyle>
            <a:lvl1pPr>
              <a:defRPr>
                <a:solidFill>
                  <a:schemeClr val="tx1"/>
                </a:solidFill>
                <a:latin typeface="Times New Roman" pitchFamily="18" charset="0"/>
              </a:defRPr>
            </a:lvl1pPr>
            <a:lvl2pPr marL="744117" indent="-286199">
              <a:defRPr>
                <a:solidFill>
                  <a:schemeClr val="tx1"/>
                </a:solidFill>
                <a:latin typeface="Times New Roman" pitchFamily="18" charset="0"/>
              </a:defRPr>
            </a:lvl2pPr>
            <a:lvl3pPr marL="1144797" indent="-228959">
              <a:defRPr>
                <a:solidFill>
                  <a:schemeClr val="tx1"/>
                </a:solidFill>
                <a:latin typeface="Times New Roman" pitchFamily="18" charset="0"/>
              </a:defRPr>
            </a:lvl3pPr>
            <a:lvl4pPr marL="1602714" indent="-228959">
              <a:defRPr>
                <a:solidFill>
                  <a:schemeClr val="tx1"/>
                </a:solidFill>
                <a:latin typeface="Times New Roman" pitchFamily="18" charset="0"/>
              </a:defRPr>
            </a:lvl4pPr>
            <a:lvl5pPr marL="2060633" indent="-228959">
              <a:defRPr>
                <a:solidFill>
                  <a:schemeClr val="tx1"/>
                </a:solidFill>
                <a:latin typeface="Times New Roman" pitchFamily="18" charset="0"/>
              </a:defRPr>
            </a:lvl5pPr>
            <a:lvl6pPr marL="2518552" indent="-228959" eaLnBrk="0" fontAlgn="base" hangingPunct="0">
              <a:spcBef>
                <a:spcPct val="0"/>
              </a:spcBef>
              <a:spcAft>
                <a:spcPct val="0"/>
              </a:spcAft>
              <a:defRPr>
                <a:solidFill>
                  <a:schemeClr val="tx1"/>
                </a:solidFill>
                <a:latin typeface="Times New Roman" pitchFamily="18" charset="0"/>
              </a:defRPr>
            </a:lvl6pPr>
            <a:lvl7pPr marL="2976470" indent="-228959" eaLnBrk="0" fontAlgn="base" hangingPunct="0">
              <a:spcBef>
                <a:spcPct val="0"/>
              </a:spcBef>
              <a:spcAft>
                <a:spcPct val="0"/>
              </a:spcAft>
              <a:defRPr>
                <a:solidFill>
                  <a:schemeClr val="tx1"/>
                </a:solidFill>
                <a:latin typeface="Times New Roman" pitchFamily="18" charset="0"/>
              </a:defRPr>
            </a:lvl7pPr>
            <a:lvl8pPr marL="3434389" indent="-228959" eaLnBrk="0" fontAlgn="base" hangingPunct="0">
              <a:spcBef>
                <a:spcPct val="0"/>
              </a:spcBef>
              <a:spcAft>
                <a:spcPct val="0"/>
              </a:spcAft>
              <a:defRPr>
                <a:solidFill>
                  <a:schemeClr val="tx1"/>
                </a:solidFill>
                <a:latin typeface="Times New Roman" pitchFamily="18" charset="0"/>
              </a:defRPr>
            </a:lvl8pPr>
            <a:lvl9pPr marL="3892307" indent="-228959" eaLnBrk="0" fontAlgn="base" hangingPunct="0">
              <a:spcBef>
                <a:spcPct val="0"/>
              </a:spcBef>
              <a:spcAft>
                <a:spcPct val="0"/>
              </a:spcAft>
              <a:defRPr>
                <a:solidFill>
                  <a:schemeClr val="tx1"/>
                </a:solidFill>
                <a:latin typeface="Times New Roman" pitchFamily="18" charset="0"/>
              </a:defRPr>
            </a:lvl9pPr>
          </a:lstStyle>
          <a:p>
            <a:fld id="{358F5D0D-7755-474E-9F08-FCA51B29F29C}" type="slidenum">
              <a:rPr lang="id-ID" smtClean="0">
                <a:solidFill>
                  <a:srgbClr val="000000"/>
                </a:solidFill>
              </a:rPr>
              <a:t>15</a:t>
            </a:fld>
            <a:endParaRPr lang="id-ID">
              <a:solidFill>
                <a:srgbClr val="000000"/>
              </a:solidFill>
            </a:endParaRPr>
          </a:p>
        </p:txBody>
      </p:sp>
    </p:spTree>
    <p:extLst>
      <p:ext uri="{BB962C8B-B14F-4D97-AF65-F5344CB8AC3E}">
        <p14:creationId xmlns:p14="http://schemas.microsoft.com/office/powerpoint/2010/main" val="16824981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5" name="Slide Image Placeholder 1"/>
          <p:cNvSpPr>
            <a:spLocks noGrp="1" noRot="1" noChangeAspect="1"/>
          </p:cNvSpPr>
          <p:nvPr>
            <p:ph type="sldImg"/>
          </p:nvPr>
        </p:nvSpPr>
        <p:spPr>
          <a:xfrm>
            <a:off x="1143000" y="685800"/>
            <a:ext cx="4572000" cy="3429000"/>
          </a:xfrm>
        </p:spPr>
      </p:sp>
      <p:sp>
        <p:nvSpPr>
          <p:cNvPr id="1048596" name="Notes Placeholder 2"/>
          <p:cNvSpPr>
            <a:spLocks noGrp="1"/>
          </p:cNvSpPr>
          <p:nvPr>
            <p:ph type="body" idx="1"/>
          </p:nvPr>
        </p:nvSpPr>
        <p:spPr/>
        <p:txBody>
          <a:bodyPr/>
          <a:lstStyle/>
          <a:p>
            <a:endParaRPr lang="en-US" dirty="0"/>
          </a:p>
        </p:txBody>
      </p:sp>
      <p:sp>
        <p:nvSpPr>
          <p:cNvPr id="1048597" name="Slide Number Placeholder 3"/>
          <p:cNvSpPr>
            <a:spLocks noGrp="1"/>
          </p:cNvSpPr>
          <p:nvPr>
            <p:ph type="sldNum" sz="quarter" idx="10"/>
          </p:nvPr>
        </p:nvSpPr>
        <p:spPr/>
        <p:txBody>
          <a:bodyPr/>
          <a:lstStyle/>
          <a:p>
            <a:fld id="{5B136A0E-1662-41C8-84B4-AFFA502821FE}" type="slidenum">
              <a:rPr lang="en-US" smtClean="0">
                <a:solidFill>
                  <a:prstClr val="black"/>
                </a:solidFill>
              </a:rPr>
              <a:t>31</a:t>
            </a:fld>
            <a:endParaRPr lang="en-US">
              <a:solidFill>
                <a:prstClr val="black"/>
              </a:solidFill>
            </a:endParaRPr>
          </a:p>
        </p:txBody>
      </p:sp>
    </p:spTree>
    <p:extLst>
      <p:ext uri="{BB962C8B-B14F-4D97-AF65-F5344CB8AC3E}">
        <p14:creationId xmlns:p14="http://schemas.microsoft.com/office/powerpoint/2010/main" val="27640367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8" name="Slide Image Placeholder 1"/>
          <p:cNvSpPr>
            <a:spLocks noGrp="1" noRot="1" noChangeAspect="1"/>
          </p:cNvSpPr>
          <p:nvPr>
            <p:ph type="sldImg"/>
          </p:nvPr>
        </p:nvSpPr>
        <p:spPr>
          <a:xfrm>
            <a:off x="931863" y="749300"/>
            <a:ext cx="4986337" cy="3741738"/>
          </a:xfrm>
        </p:spPr>
      </p:sp>
      <p:sp>
        <p:nvSpPr>
          <p:cNvPr id="1048589" name="Notes Placeholder 2"/>
          <p:cNvSpPr>
            <a:spLocks noGrp="1"/>
          </p:cNvSpPr>
          <p:nvPr>
            <p:ph type="body" idx="1"/>
          </p:nvPr>
        </p:nvSpPr>
        <p:spPr/>
        <p:txBody>
          <a:bodyPr/>
          <a:lstStyle/>
          <a:p>
            <a:endParaRPr lang="en-US" dirty="0"/>
          </a:p>
        </p:txBody>
      </p:sp>
      <p:sp>
        <p:nvSpPr>
          <p:cNvPr id="1048590" name="Slide Number Placeholder 3"/>
          <p:cNvSpPr>
            <a:spLocks noGrp="1"/>
          </p:cNvSpPr>
          <p:nvPr>
            <p:ph type="sldNum" sz="quarter" idx="10"/>
          </p:nvPr>
        </p:nvSpPr>
        <p:spPr/>
        <p:txBody>
          <a:bodyPr/>
          <a:lstStyle/>
          <a:p>
            <a:fld id="{5B136A0E-1662-41C8-84B4-AFFA502821FE}" type="slidenum">
              <a:rPr lang="en-US" smtClean="0">
                <a:solidFill>
                  <a:prstClr val="black"/>
                </a:solidFill>
              </a:rPr>
              <a:t>32</a:t>
            </a:fld>
            <a:endParaRPr lang="en-US">
              <a:solidFill>
                <a:prstClr val="black"/>
              </a:solidFill>
            </a:endParaRPr>
          </a:p>
        </p:txBody>
      </p:sp>
    </p:spTree>
    <p:extLst>
      <p:ext uri="{BB962C8B-B14F-4D97-AF65-F5344CB8AC3E}">
        <p14:creationId xmlns:p14="http://schemas.microsoft.com/office/powerpoint/2010/main" val="31442392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48633" name="Date Placeholder 27"/>
          <p:cNvSpPr>
            <a:spLocks noGrp="1"/>
          </p:cNvSpPr>
          <p:nvPr>
            <p:ph type="dt" sz="half" idx="10"/>
          </p:nvPr>
        </p:nvSpPr>
        <p:spPr/>
        <p:txBody>
          <a:bodyPr/>
          <a:lstStyle/>
          <a:p>
            <a:fld id="{EC9C4F38-7515-4D63-A9F0-4D8507C04DD6}" type="datetimeFigureOut">
              <a:rPr lang="id-ID" smtClean="0">
                <a:solidFill>
                  <a:srgbClr val="D6ECFF"/>
                </a:solidFill>
              </a:rPr>
              <a:t>02/06/2026</a:t>
            </a:fld>
            <a:endParaRPr lang="id-ID">
              <a:solidFill>
                <a:srgbClr val="D6ECFF"/>
              </a:solidFill>
            </a:endParaRPr>
          </a:p>
        </p:txBody>
      </p:sp>
      <p:sp>
        <p:nvSpPr>
          <p:cNvPr id="1048634" name="Footer Placeholder 16"/>
          <p:cNvSpPr>
            <a:spLocks noGrp="1"/>
          </p:cNvSpPr>
          <p:nvPr>
            <p:ph type="ftr" sz="quarter" idx="11"/>
          </p:nvPr>
        </p:nvSpPr>
        <p:spPr/>
        <p:txBody>
          <a:bodyPr/>
          <a:lstStyle/>
          <a:p>
            <a:endParaRPr lang="id-ID">
              <a:solidFill>
                <a:srgbClr val="D6ECFF"/>
              </a:solidFill>
            </a:endParaRPr>
          </a:p>
        </p:txBody>
      </p:sp>
      <p:sp>
        <p:nvSpPr>
          <p:cNvPr id="1048635" name="Slide Number Placeholder 28"/>
          <p:cNvSpPr>
            <a:spLocks noGrp="1"/>
          </p:cNvSpPr>
          <p:nvPr>
            <p:ph type="sldNum" sz="quarter" idx="12"/>
          </p:nvPr>
        </p:nvSpPr>
        <p:spPr/>
        <p:txBody>
          <a:bodyPr/>
          <a:lstStyle/>
          <a:p>
            <a:fld id="{1B2BD29A-B255-4263-9429-3B042F9B0D40}" type="slidenum">
              <a:rPr lang="id-ID" smtClean="0">
                <a:solidFill>
                  <a:srgbClr val="D6ECFF"/>
                </a:solidFill>
              </a:rPr>
              <a:t>‹#›</a:t>
            </a:fld>
            <a:endParaRPr lang="id-ID">
              <a:solidFill>
                <a:srgbClr val="D6ECFF"/>
              </a:solidFill>
            </a:endParaRPr>
          </a:p>
        </p:txBody>
      </p:sp>
      <p:sp>
        <p:nvSpPr>
          <p:cNvPr id="1048636" name="Rectangle 31"/>
          <p:cNvSpPr/>
          <p:nvPr/>
        </p:nvSpPr>
        <p:spPr>
          <a:xfrm>
            <a:off x="0" y="-1"/>
            <a:ext cx="36576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48637" name="Rectangle 38"/>
          <p:cNvSpPr/>
          <p:nvPr/>
        </p:nvSpPr>
        <p:spPr>
          <a:xfrm>
            <a:off x="309558" y="680477"/>
            <a:ext cx="45720"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1048638" name="Rectangle 39"/>
          <p:cNvSpPr/>
          <p:nvPr/>
        </p:nvSpPr>
        <p:spPr>
          <a:xfrm>
            <a:off x="269073"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1048639" name="Rectangle 40"/>
          <p:cNvSpPr/>
          <p:nvPr/>
        </p:nvSpPr>
        <p:spPr>
          <a:xfrm>
            <a:off x="250020"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48640" name="Rectangle 41"/>
          <p:cNvSpPr/>
          <p:nvPr/>
        </p:nvSpPr>
        <p:spPr>
          <a:xfrm>
            <a:off x="221768"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1048641" name="Title 7"/>
          <p:cNvSpPr>
            <a:spLocks noGrp="1"/>
          </p:cNvSpPr>
          <p:nvPr>
            <p:ph type="ctrTitle"/>
          </p:nvPr>
        </p:nvSpPr>
        <p:spPr>
          <a:xfrm>
            <a:off x="914400" y="4343400"/>
            <a:ext cx="7772400" cy="1975104"/>
          </a:xfrm>
        </p:spPr>
        <p:txBody>
          <a:bodyPr/>
          <a:lstStyle>
            <a:lvl1pPr marR="9144" algn="l">
              <a:defRPr sz="4000" b="1" cap="all" spc="0" baseline="0">
                <a:effectLst>
                  <a:reflection blurRad="12700" stA="34000" endA="740" endPos="53000" dir="5400000" sy="-100000" algn="bl" rotWithShape="0"/>
                </a:effectLst>
              </a:defRPr>
            </a:lvl1pPr>
          </a:lstStyle>
          <a:p>
            <a:r>
              <a:rPr kumimoji="0" lang="en-US"/>
              <a:t>Click to edit Master title style</a:t>
            </a:r>
          </a:p>
        </p:txBody>
      </p:sp>
      <p:sp>
        <p:nvSpPr>
          <p:cNvPr id="1048642" name="Subtitle 8"/>
          <p:cNvSpPr>
            <a:spLocks noGrp="1"/>
          </p:cNvSpPr>
          <p:nvPr>
            <p:ph type="subTitle" idx="1"/>
          </p:nvPr>
        </p:nvSpPr>
        <p:spPr>
          <a:xfrm>
            <a:off x="914400" y="2834640"/>
            <a:ext cx="7772400" cy="1508760"/>
          </a:xfrm>
        </p:spPr>
        <p:txBody>
          <a:bodyPr lIns="100584" tIns="45720" anchor="b"/>
          <a:lstStyle>
            <a:lvl1pPr marL="0" indent="0" algn="l">
              <a:spcBef>
                <a:spcPts val="0"/>
              </a:spcBef>
              <a:buNone/>
              <a:defRPr sz="20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1048643" name="Rectangle 55"/>
          <p:cNvSpPr/>
          <p:nvPr/>
        </p:nvSpPr>
        <p:spPr>
          <a:xfrm>
            <a:off x="255291" y="5047394"/>
            <a:ext cx="73152"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48644" name="Rectangle 64"/>
          <p:cNvSpPr/>
          <p:nvPr/>
        </p:nvSpPr>
        <p:spPr>
          <a:xfrm>
            <a:off x="255291" y="4796819"/>
            <a:ext cx="73152"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48645" name="Rectangle 65"/>
          <p:cNvSpPr/>
          <p:nvPr/>
        </p:nvSpPr>
        <p:spPr>
          <a:xfrm>
            <a:off x="255291" y="4637685"/>
            <a:ext cx="73152"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48646" name="Rectangle 66"/>
          <p:cNvSpPr/>
          <p:nvPr/>
        </p:nvSpPr>
        <p:spPr>
          <a:xfrm>
            <a:off x="255291" y="4542559"/>
            <a:ext cx="73152"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621" name="Title 1"/>
          <p:cNvSpPr>
            <a:spLocks noGrp="1"/>
          </p:cNvSpPr>
          <p:nvPr>
            <p:ph type="title"/>
          </p:nvPr>
        </p:nvSpPr>
        <p:spPr/>
        <p:txBody>
          <a:bodyPr/>
          <a:lstStyle/>
          <a:p>
            <a:r>
              <a:rPr kumimoji="0" lang="en-US"/>
              <a:t>Click to edit Master title style</a:t>
            </a:r>
          </a:p>
        </p:txBody>
      </p:sp>
      <p:sp>
        <p:nvSpPr>
          <p:cNvPr id="1048622"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623" name="Date Placeholder 3"/>
          <p:cNvSpPr>
            <a:spLocks noGrp="1"/>
          </p:cNvSpPr>
          <p:nvPr>
            <p:ph type="dt" sz="half" idx="10"/>
          </p:nvPr>
        </p:nvSpPr>
        <p:spPr/>
        <p:txBody>
          <a:bodyPr/>
          <a:lstStyle/>
          <a:p>
            <a:fld id="{EC9C4F38-7515-4D63-A9F0-4D8507C04DD6}" type="datetimeFigureOut">
              <a:rPr lang="id-ID" smtClean="0">
                <a:solidFill>
                  <a:srgbClr val="D6ECFF"/>
                </a:solidFill>
              </a:rPr>
              <a:t>02/06/2026</a:t>
            </a:fld>
            <a:endParaRPr lang="id-ID">
              <a:solidFill>
                <a:srgbClr val="D6ECFF"/>
              </a:solidFill>
            </a:endParaRPr>
          </a:p>
        </p:txBody>
      </p:sp>
      <p:sp>
        <p:nvSpPr>
          <p:cNvPr id="1048624" name="Footer Placeholder 4"/>
          <p:cNvSpPr>
            <a:spLocks noGrp="1"/>
          </p:cNvSpPr>
          <p:nvPr>
            <p:ph type="ftr" sz="quarter" idx="11"/>
          </p:nvPr>
        </p:nvSpPr>
        <p:spPr/>
        <p:txBody>
          <a:bodyPr/>
          <a:lstStyle/>
          <a:p>
            <a:endParaRPr lang="id-ID">
              <a:solidFill>
                <a:srgbClr val="D6ECFF"/>
              </a:solidFill>
            </a:endParaRPr>
          </a:p>
        </p:txBody>
      </p:sp>
      <p:sp>
        <p:nvSpPr>
          <p:cNvPr id="1048625" name="Slide Number Placeholder 5"/>
          <p:cNvSpPr>
            <a:spLocks noGrp="1"/>
          </p:cNvSpPr>
          <p:nvPr>
            <p:ph type="sldNum" sz="quarter" idx="12"/>
          </p:nvPr>
        </p:nvSpPr>
        <p:spPr/>
        <p:txBody>
          <a:bodyPr/>
          <a:lstStyle/>
          <a:p>
            <a:fld id="{1B2BD29A-B255-4263-9429-3B042F9B0D40}" type="slidenum">
              <a:rPr lang="id-ID" smtClean="0">
                <a:solidFill>
                  <a:srgbClr val="D6ECFF"/>
                </a:solidFill>
              </a:rPr>
              <a:t>‹#›</a:t>
            </a:fld>
            <a:endParaRPr lang="id-ID">
              <a:solidFill>
                <a:srgbClr val="D6ECFF"/>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858" name="Freeform 13"/>
          <p:cNvSpPr/>
          <p:nvPr/>
        </p:nvSpPr>
        <p:spPr bwMode="auto">
          <a:xfrm>
            <a:off x="4828952" y="1073888"/>
            <a:ext cx="4322136" cy="5791200"/>
          </a:xfrm>
          <a:custGeom>
            <a:avLst>
              <a:gd name="A1" fmla="val 0"/>
              <a:gd name="A2" fmla="val 0"/>
              <a:gd name="A3" fmla="val 0"/>
              <a:gd name="A4" fmla="val 0"/>
              <a:gd name="A5" fmla="val 0"/>
              <a:gd name="A6" fmla="val 0"/>
              <a:gd name="A7" fmla="val 0"/>
              <a:gd name="A8" fmla="val 0"/>
            </a:avLst>
            <a:gdLst/>
            <a:ahLst/>
            <a:cxnLst>
              <a:cxn ang="0">
                <a:pos x="0" y="3648"/>
              </a:cxn>
              <a:cxn ang="0">
                <a:pos x="720" y="2016"/>
              </a:cxn>
              <a:cxn ang="0">
                <a:pos x="2736" y="0"/>
              </a:cxn>
              <a:cxn ang="0">
                <a:pos x="2736" y="96"/>
              </a:cxn>
              <a:cxn ang="0">
                <a:pos x="744" y="2038"/>
              </a:cxn>
              <a:cxn ang="0">
                <a:pos x="48" y="3648"/>
              </a:cxn>
              <a:cxn ang="0">
                <a:pos x="0" y="3648"/>
              </a:cxn>
            </a:cxnLst>
            <a:rect l="0" t="0" r="0" b="0"/>
            <a:pathLst>
              <a:path w="2736" h="3648">
                <a:moveTo>
                  <a:pt x="0" y="3648"/>
                </a:moveTo>
                <a:lnTo>
                  <a:pt x="720" y="2016"/>
                </a:lnTo>
                <a:lnTo>
                  <a:pt x="2736" y="672"/>
                </a:lnTo>
                <a:lnTo>
                  <a:pt x="2736" y="720"/>
                </a:lnTo>
                <a:lnTo>
                  <a:pt x="744" y="2038"/>
                </a:lnTo>
                <a:lnTo>
                  <a:pt x="48" y="3648"/>
                </a:lnTo>
                <a:lnTo>
                  <a:pt x="48" y="3648"/>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1048859" name="Freeform 14"/>
          <p:cNvSpPr/>
          <p:nvPr/>
        </p:nvSpPr>
        <p:spPr bwMode="auto">
          <a:xfrm>
            <a:off x="373969" y="0"/>
            <a:ext cx="5514536" cy="6615332"/>
          </a:xfrm>
          <a:custGeom>
            <a:avLst>
              <a:gd name="A1" fmla="val 0"/>
              <a:gd name="A2" fmla="val 0"/>
              <a:gd name="A3" fmla="val 0"/>
              <a:gd name="A4" fmla="val 0"/>
              <a:gd name="A5" fmla="val 0"/>
              <a:gd name="A6" fmla="val 0"/>
              <a:gd name="A7" fmla="val 0"/>
              <a:gd name="A8" fmla="val 0"/>
            </a:avLst>
            <a:gdLst/>
            <a:ahLst/>
            <a:cxnLst>
              <a:cxn ang="0">
                <a:pos x="0" y="4080"/>
              </a:cxn>
              <a:cxn ang="0">
                <a:pos x="0" y="4128"/>
              </a:cxn>
              <a:cxn ang="0">
                <a:pos x="3504" y="2640"/>
              </a:cxn>
              <a:cxn ang="0">
                <a:pos x="2880" y="0"/>
              </a:cxn>
              <a:cxn ang="0">
                <a:pos x="2832" y="0"/>
              </a:cxn>
              <a:cxn ang="0">
                <a:pos x="3465" y="2619"/>
              </a:cxn>
              <a:cxn ang="0">
                <a:pos x="0" y="4080"/>
              </a:cxn>
            </a:cxnLst>
            <a:rect l="0" t="0" r="0" b="0"/>
            <a:pathLst>
              <a:path w="3504" h="4128">
                <a:moveTo>
                  <a:pt x="0" y="4080"/>
                </a:moveTo>
                <a:lnTo>
                  <a:pt x="0" y="4128"/>
                </a:lnTo>
                <a:lnTo>
                  <a:pt x="3504" y="2640"/>
                </a:lnTo>
                <a:lnTo>
                  <a:pt x="2880" y="0"/>
                </a:lnTo>
                <a:lnTo>
                  <a:pt x="2832" y="0"/>
                </a:lnTo>
                <a:lnTo>
                  <a:pt x="3465" y="2619"/>
                </a:lnTo>
                <a:lnTo>
                  <a:pt x="0" y="4080"/>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1048860" name="Freeform 12"/>
          <p:cNvSpPr/>
          <p:nvPr/>
        </p:nvSpPr>
        <p:spPr bwMode="auto">
          <a:xfrm rot="5236414">
            <a:off x="4462128" y="1483600"/>
            <a:ext cx="4114800" cy="118872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1048861" name="Freeform 15"/>
          <p:cNvSpPr/>
          <p:nvPr/>
        </p:nvSpPr>
        <p:spPr bwMode="auto">
          <a:xfrm>
            <a:off x="5943600" y="0"/>
            <a:ext cx="2743200" cy="4267200"/>
          </a:xfrm>
          <a:custGeom>
            <a:avLst>
              <a:gd name="A1" fmla="val 0"/>
              <a:gd name="A2" fmla="val 0"/>
              <a:gd name="A3" fmla="val 0"/>
              <a:gd name="A4" fmla="val 0"/>
              <a:gd name="A5" fmla="val 0"/>
              <a:gd name="A6" fmla="val 0"/>
              <a:gd name="A7" fmla="val 0"/>
              <a:gd name="A8" fmla="val 0"/>
            </a:avLst>
            <a:gdLst/>
            <a:ahLst/>
            <a:cxnLst>
              <a:cxn ang="0">
                <a:pos x="1104" y="0"/>
              </a:cxn>
              <a:cxn ang="0">
                <a:pos x="1728" y="0"/>
              </a:cxn>
              <a:cxn ang="0">
                <a:pos x="0" y="2688"/>
              </a:cxn>
              <a:cxn ang="0">
                <a:pos x="1104" y="0"/>
              </a:cxn>
            </a:cxnLst>
            <a:rect l="0" t="0" r="0" b="0"/>
            <a:pathLst>
              <a:path w="1728" h="2688">
                <a:moveTo>
                  <a:pt x="1104" y="0"/>
                </a:moveTo>
                <a:lnTo>
                  <a:pt x="1728" y="0"/>
                </a:lnTo>
                <a:lnTo>
                  <a:pt x="0" y="2688"/>
                </a:lnTo>
                <a:lnTo>
                  <a:pt x="110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1048862" name="Freeform 16"/>
          <p:cNvSpPr/>
          <p:nvPr/>
        </p:nvSpPr>
        <p:spPr bwMode="auto">
          <a:xfrm>
            <a:off x="5943600" y="4267200"/>
            <a:ext cx="3200400" cy="1143000"/>
          </a:xfrm>
          <a:custGeom>
            <a:avLst>
              <a:gd name="A1" fmla="val 0"/>
              <a:gd name="A2" fmla="val 0"/>
              <a:gd name="A3" fmla="val 0"/>
              <a:gd name="A4" fmla="val 0"/>
              <a:gd name="A5" fmla="val 0"/>
              <a:gd name="A6" fmla="val 0"/>
              <a:gd name="A7" fmla="val 0"/>
              <a:gd name="A8" fmla="val 0"/>
            </a:avLst>
            <a:gdLst/>
            <a:ahLst/>
            <a:cxnLst>
              <a:cxn ang="0">
                <a:pos x="0" y="0"/>
              </a:cxn>
              <a:cxn ang="0">
                <a:pos x="2016" y="240"/>
              </a:cxn>
              <a:cxn ang="0">
                <a:pos x="2016" y="720"/>
              </a:cxn>
              <a:cxn ang="0">
                <a:pos x="0" y="0"/>
              </a:cxn>
            </a:cxnLst>
            <a:rect l="0" t="0" r="0" b="0"/>
            <a:pathLst>
              <a:path w="2016" h="720">
                <a:moveTo>
                  <a:pt x="0" y="0"/>
                </a:moveTo>
                <a:lnTo>
                  <a:pt x="2016" y="240"/>
                </a:lnTo>
                <a:lnTo>
                  <a:pt x="2016" y="720"/>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1048863" name="Freeform 17"/>
          <p:cNvSpPr/>
          <p:nvPr/>
        </p:nvSpPr>
        <p:spPr bwMode="auto">
          <a:xfrm>
            <a:off x="5943600" y="0"/>
            <a:ext cx="1371600" cy="4267200"/>
          </a:xfrm>
          <a:custGeom>
            <a:avLst>
              <a:gd name="A1" fmla="val 0"/>
              <a:gd name="A2" fmla="val 0"/>
              <a:gd name="A3" fmla="val 0"/>
              <a:gd name="A4" fmla="val 0"/>
              <a:gd name="A5" fmla="val 0"/>
              <a:gd name="A6" fmla="val 0"/>
              <a:gd name="A7" fmla="val 0"/>
              <a:gd name="A8" fmla="val 0"/>
            </a:avLst>
            <a:gdLst/>
            <a:ahLst/>
            <a:cxnLst>
              <a:cxn ang="0">
                <a:pos x="864" y="0"/>
              </a:cxn>
              <a:cxn ang="0">
                <a:pos x="0" y="2688"/>
              </a:cxn>
              <a:cxn ang="0">
                <a:pos x="768" y="0"/>
              </a:cxn>
              <a:cxn ang="0">
                <a:pos x="864" y="0"/>
              </a:cxn>
            </a:cxnLst>
            <a:rect l="0" t="0" r="0" b="0"/>
            <a:pathLst>
              <a:path w="864" h="2688">
                <a:moveTo>
                  <a:pt x="864" y="0"/>
                </a:moveTo>
                <a:lnTo>
                  <a:pt x="0" y="2688"/>
                </a:lnTo>
                <a:lnTo>
                  <a:pt x="768" y="0"/>
                </a:lnTo>
                <a:lnTo>
                  <a:pt x="86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1048864" name="Freeform 18"/>
          <p:cNvSpPr/>
          <p:nvPr/>
        </p:nvSpPr>
        <p:spPr bwMode="auto">
          <a:xfrm>
            <a:off x="5948366" y="4246569"/>
            <a:ext cx="2090737" cy="2611437"/>
          </a:xfrm>
          <a:custGeom>
            <a:avLst>
              <a:gd name="A1" fmla="val 0"/>
              <a:gd name="A2" fmla="val 0"/>
              <a:gd name="A3" fmla="val 0"/>
              <a:gd name="A4" fmla="val 0"/>
              <a:gd name="A5" fmla="val 0"/>
              <a:gd name="A6" fmla="val 0"/>
              <a:gd name="A7" fmla="val 0"/>
              <a:gd name="A8" fmla="val 0"/>
            </a:avLst>
            <a:gdLst/>
            <a:ahLst/>
            <a:cxnLst>
              <a:cxn ang="0">
                <a:pos x="1071" y="1645"/>
              </a:cxn>
              <a:cxn ang="0">
                <a:pos x="1317" y="1645"/>
              </a:cxn>
              <a:cxn ang="0">
                <a:pos x="0" y="0"/>
              </a:cxn>
              <a:cxn ang="0">
                <a:pos x="1071" y="1645"/>
              </a:cxn>
            </a:cxnLst>
            <a:rect l="0" t="0" r="0" b="0"/>
            <a:pathLst>
              <a:path w="1317" h="1645">
                <a:moveTo>
                  <a:pt x="1071" y="1645"/>
                </a:moveTo>
                <a:lnTo>
                  <a:pt x="1317" y="1645"/>
                </a:lnTo>
                <a:lnTo>
                  <a:pt x="0" y="0"/>
                </a:lnTo>
                <a:lnTo>
                  <a:pt x="1071" y="1645"/>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1048865" name="Freeform 19"/>
          <p:cNvSpPr/>
          <p:nvPr/>
        </p:nvSpPr>
        <p:spPr bwMode="auto">
          <a:xfrm>
            <a:off x="5943600" y="4267200"/>
            <a:ext cx="1600200" cy="2590800"/>
          </a:xfrm>
          <a:custGeom>
            <a:avLst>
              <a:gd name="A1" fmla="val 0"/>
              <a:gd name="A2" fmla="val 0"/>
              <a:gd name="A3" fmla="val 0"/>
              <a:gd name="A4" fmla="val 0"/>
              <a:gd name="A5" fmla="val 0"/>
              <a:gd name="A6" fmla="val 0"/>
              <a:gd name="A7" fmla="val 0"/>
              <a:gd name="A8" fmla="val 0"/>
            </a:avLst>
            <a:gdLst/>
            <a:ahLst/>
            <a:cxnLst>
              <a:cxn ang="0">
                <a:pos x="1008" y="1632"/>
              </a:cxn>
              <a:cxn ang="0">
                <a:pos x="0" y="0"/>
              </a:cxn>
              <a:cxn ang="0">
                <a:pos x="960" y="1632"/>
              </a:cxn>
              <a:cxn ang="0">
                <a:pos x="1008" y="1632"/>
              </a:cxn>
            </a:cxnLst>
            <a:rect l="0" t="0" r="0" b="0"/>
            <a:pathLst>
              <a:path w="1008" h="1632">
                <a:moveTo>
                  <a:pt x="1008" y="1632"/>
                </a:moveTo>
                <a:lnTo>
                  <a:pt x="0" y="0"/>
                </a:lnTo>
                <a:lnTo>
                  <a:pt x="960" y="1632"/>
                </a:lnTo>
                <a:lnTo>
                  <a:pt x="1008"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1048866" name="Freeform 20"/>
          <p:cNvSpPr/>
          <p:nvPr/>
        </p:nvSpPr>
        <p:spPr bwMode="auto">
          <a:xfrm>
            <a:off x="5943600" y="1371600"/>
            <a:ext cx="3200400" cy="2895600"/>
          </a:xfrm>
          <a:custGeom>
            <a:avLst>
              <a:gd name="A1" fmla="val 0"/>
              <a:gd name="A2" fmla="val 0"/>
              <a:gd name="A3" fmla="val 0"/>
              <a:gd name="A4" fmla="val 0"/>
              <a:gd name="A5" fmla="val 0"/>
              <a:gd name="A6" fmla="val 0"/>
              <a:gd name="A7" fmla="val 0"/>
              <a:gd name="A8" fmla="val 0"/>
            </a:avLst>
            <a:gdLst/>
            <a:ahLst/>
            <a:cxnLst>
              <a:cxn ang="0">
                <a:pos x="2016" y="0"/>
              </a:cxn>
              <a:cxn ang="0">
                <a:pos x="2016" y="144"/>
              </a:cxn>
              <a:cxn ang="0">
                <a:pos x="0" y="1824"/>
              </a:cxn>
              <a:cxn ang="0">
                <a:pos x="2016" y="0"/>
              </a:cxn>
            </a:cxnLst>
            <a:rect l="0" t="0" r="0" b="0"/>
            <a:pathLst>
              <a:path w="2016" h="1824">
                <a:moveTo>
                  <a:pt x="2016" y="0"/>
                </a:moveTo>
                <a:lnTo>
                  <a:pt x="2016" y="144"/>
                </a:lnTo>
                <a:lnTo>
                  <a:pt x="0" y="1824"/>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1048867" name="Freeform 21"/>
          <p:cNvSpPr/>
          <p:nvPr/>
        </p:nvSpPr>
        <p:spPr bwMode="auto">
          <a:xfrm>
            <a:off x="5943600" y="1752600"/>
            <a:ext cx="3200400" cy="2514600"/>
          </a:xfrm>
          <a:custGeom>
            <a:avLst>
              <a:gd name="A1" fmla="val 0"/>
              <a:gd name="A2" fmla="val 0"/>
              <a:gd name="A3" fmla="val 0"/>
              <a:gd name="A4" fmla="val 0"/>
              <a:gd name="A5" fmla="val 0"/>
              <a:gd name="A6" fmla="val 0"/>
              <a:gd name="A7" fmla="val 0"/>
              <a:gd name="A8" fmla="val 0"/>
            </a:avLst>
            <a:gdLst/>
            <a:ahLst/>
            <a:cxnLst>
              <a:cxn ang="0">
                <a:pos x="2016" y="0"/>
              </a:cxn>
              <a:cxn ang="0">
                <a:pos x="0" y="1584"/>
              </a:cxn>
              <a:cxn ang="0">
                <a:pos x="2016" y="48"/>
              </a:cxn>
              <a:cxn ang="0">
                <a:pos x="2016" y="0"/>
              </a:cxn>
            </a:cxnLst>
            <a:rect l="0" t="0" r="0" b="0"/>
            <a:pathLst>
              <a:path w="2016" h="1584">
                <a:moveTo>
                  <a:pt x="2016" y="0"/>
                </a:moveTo>
                <a:lnTo>
                  <a:pt x="0" y="1584"/>
                </a:lnTo>
                <a:lnTo>
                  <a:pt x="2016" y="48"/>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1048868" name="Freeform 22"/>
          <p:cNvSpPr/>
          <p:nvPr/>
        </p:nvSpPr>
        <p:spPr bwMode="auto">
          <a:xfrm>
            <a:off x="990600" y="4267200"/>
            <a:ext cx="4953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120" y="0"/>
              </a:cxn>
              <a:cxn ang="0">
                <a:pos x="1056" y="1632"/>
              </a:cxn>
              <a:cxn ang="0">
                <a:pos x="0" y="1632"/>
              </a:cxn>
            </a:cxnLst>
            <a:rect l="0" t="0" r="0" b="0"/>
            <a:pathLst>
              <a:path w="3120" h="1632">
                <a:moveTo>
                  <a:pt x="0" y="1632"/>
                </a:moveTo>
                <a:lnTo>
                  <a:pt x="3120" y="0"/>
                </a:lnTo>
                <a:lnTo>
                  <a:pt x="1056"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1048869" name="Freeform 23"/>
          <p:cNvSpPr/>
          <p:nvPr/>
        </p:nvSpPr>
        <p:spPr bwMode="auto">
          <a:xfrm>
            <a:off x="533400" y="4267200"/>
            <a:ext cx="5334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360" y="0"/>
              </a:cxn>
              <a:cxn ang="0">
                <a:pos x="144" y="1632"/>
              </a:cxn>
              <a:cxn ang="0">
                <a:pos x="0" y="1632"/>
              </a:cxn>
            </a:cxnLst>
            <a:rect l="0" t="0" r="0" b="0"/>
            <a:pathLst>
              <a:path w="3360" h="1632">
                <a:moveTo>
                  <a:pt x="0" y="1632"/>
                </a:moveTo>
                <a:lnTo>
                  <a:pt x="3360" y="0"/>
                </a:lnTo>
                <a:lnTo>
                  <a:pt x="144"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1048870" name="Freeform 24"/>
          <p:cNvSpPr/>
          <p:nvPr/>
        </p:nvSpPr>
        <p:spPr bwMode="auto">
          <a:xfrm>
            <a:off x="366824" y="2438400"/>
            <a:ext cx="5638800" cy="1828800"/>
          </a:xfrm>
          <a:custGeom>
            <a:avLst>
              <a:gd name="A1" fmla="val 0"/>
              <a:gd name="A2" fmla="val 0"/>
              <a:gd name="A3" fmla="val 0"/>
              <a:gd name="A4" fmla="val 0"/>
              <a:gd name="A5" fmla="val 0"/>
              <a:gd name="A6" fmla="val 0"/>
              <a:gd name="A7" fmla="val 0"/>
              <a:gd name="A8" fmla="val 0"/>
            </a:avLst>
            <a:gdLst/>
            <a:ahLst/>
            <a:cxnLst>
              <a:cxn ang="0">
                <a:pos x="0" y="0"/>
              </a:cxn>
              <a:cxn ang="0">
                <a:pos x="3552" y="1152"/>
              </a:cxn>
              <a:cxn ang="0">
                <a:pos x="0" y="384"/>
              </a:cxn>
              <a:cxn ang="0">
                <a:pos x="0" y="0"/>
              </a:cxn>
            </a:cxnLst>
            <a:rect l="0" t="0" r="0" b="0"/>
            <a:pathLst>
              <a:path w="3552" h="1152">
                <a:moveTo>
                  <a:pt x="0" y="0"/>
                </a:moveTo>
                <a:lnTo>
                  <a:pt x="3504" y="1152"/>
                </a:lnTo>
                <a:lnTo>
                  <a:pt x="0" y="384"/>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1048871" name="Freeform 25"/>
          <p:cNvSpPr/>
          <p:nvPr/>
        </p:nvSpPr>
        <p:spPr bwMode="auto">
          <a:xfrm>
            <a:off x="366824" y="2133600"/>
            <a:ext cx="5638800" cy="213360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1048872" name="Freeform 26"/>
          <p:cNvSpPr/>
          <p:nvPr/>
        </p:nvSpPr>
        <p:spPr bwMode="auto">
          <a:xfrm>
            <a:off x="4572000" y="4267200"/>
            <a:ext cx="1371600" cy="2590800"/>
          </a:xfrm>
          <a:custGeom>
            <a:avLst>
              <a:gd name="A1" fmla="val 0"/>
              <a:gd name="A2" fmla="val 0"/>
              <a:gd name="A3" fmla="val 0"/>
              <a:gd name="A4" fmla="val 0"/>
              <a:gd name="A5" fmla="val 0"/>
              <a:gd name="A6" fmla="val 0"/>
              <a:gd name="A7" fmla="val 0"/>
              <a:gd name="A8" fmla="val 0"/>
            </a:avLst>
            <a:gdLst/>
            <a:ahLst/>
            <a:cxnLst>
              <a:cxn ang="0">
                <a:pos x="0" y="1632"/>
              </a:cxn>
              <a:cxn ang="0">
                <a:pos x="96" y="1632"/>
              </a:cxn>
              <a:cxn ang="0">
                <a:pos x="864" y="0"/>
              </a:cxn>
              <a:cxn ang="0">
                <a:pos x="0" y="1632"/>
              </a:cxn>
            </a:cxnLst>
            <a:rect l="0" t="0" r="0" b="0"/>
            <a:pathLst>
              <a:path w="864" h="1632">
                <a:moveTo>
                  <a:pt x="0" y="1632"/>
                </a:moveTo>
                <a:lnTo>
                  <a:pt x="96" y="1632"/>
                </a:lnTo>
                <a:lnTo>
                  <a:pt x="864" y="0"/>
                </a:lnTo>
                <a:lnTo>
                  <a:pt x="0" y="1632"/>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1048873" name="Text Placeholder 2"/>
          <p:cNvSpPr>
            <a:spLocks noGrp="1"/>
          </p:cNvSpPr>
          <p:nvPr>
            <p:ph type="body" idx="1"/>
          </p:nvPr>
        </p:nvSpPr>
        <p:spPr>
          <a:xfrm>
            <a:off x="706902" y="1351672"/>
            <a:ext cx="5718048" cy="977486"/>
          </a:xfrm>
        </p:spPr>
        <p:txBody>
          <a:bodyPr lIns="82296" tIns="45720" bIns="0" anchor="t"/>
          <a:lstStyle>
            <a:lvl1pPr marL="54864" indent="0">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048874" name="Date Placeholder 3"/>
          <p:cNvSpPr>
            <a:spLocks noGrp="1"/>
          </p:cNvSpPr>
          <p:nvPr>
            <p:ph type="dt" sz="half" idx="10"/>
          </p:nvPr>
        </p:nvSpPr>
        <p:spPr/>
        <p:txBody>
          <a:bodyPr/>
          <a:lstStyle/>
          <a:p>
            <a:fld id="{EC9C4F38-7515-4D63-A9F0-4D8507C04DD6}" type="datetimeFigureOut">
              <a:rPr lang="id-ID" smtClean="0">
                <a:solidFill>
                  <a:srgbClr val="D6ECFF"/>
                </a:solidFill>
              </a:rPr>
              <a:t>02/06/2026</a:t>
            </a:fld>
            <a:endParaRPr lang="id-ID">
              <a:solidFill>
                <a:srgbClr val="D6ECFF"/>
              </a:solidFill>
            </a:endParaRPr>
          </a:p>
        </p:txBody>
      </p:sp>
      <p:sp>
        <p:nvSpPr>
          <p:cNvPr id="1048875" name="Footer Placeholder 4"/>
          <p:cNvSpPr>
            <a:spLocks noGrp="1"/>
          </p:cNvSpPr>
          <p:nvPr>
            <p:ph type="ftr" sz="quarter" idx="11"/>
          </p:nvPr>
        </p:nvSpPr>
        <p:spPr/>
        <p:txBody>
          <a:bodyPr/>
          <a:lstStyle/>
          <a:p>
            <a:endParaRPr lang="id-ID">
              <a:solidFill>
                <a:srgbClr val="D6ECFF"/>
              </a:solidFill>
            </a:endParaRPr>
          </a:p>
        </p:txBody>
      </p:sp>
      <p:sp>
        <p:nvSpPr>
          <p:cNvPr id="1048876" name="Slide Number Placeholder 5"/>
          <p:cNvSpPr>
            <a:spLocks noGrp="1"/>
          </p:cNvSpPr>
          <p:nvPr>
            <p:ph type="sldNum" sz="quarter" idx="12"/>
          </p:nvPr>
        </p:nvSpPr>
        <p:spPr/>
        <p:txBody>
          <a:bodyPr/>
          <a:lstStyle/>
          <a:p>
            <a:fld id="{1B2BD29A-B255-4263-9429-3B042F9B0D40}" type="slidenum">
              <a:rPr lang="id-ID" smtClean="0">
                <a:solidFill>
                  <a:srgbClr val="D6ECFF"/>
                </a:solidFill>
              </a:rPr>
              <a:t>‹#›</a:t>
            </a:fld>
            <a:endParaRPr lang="id-ID">
              <a:solidFill>
                <a:srgbClr val="D6ECFF"/>
              </a:solidFill>
            </a:endParaRPr>
          </a:p>
        </p:txBody>
      </p:sp>
      <p:sp>
        <p:nvSpPr>
          <p:cNvPr id="1048877" name="Rectangle 6"/>
          <p:cNvSpPr/>
          <p:nvPr/>
        </p:nvSpPr>
        <p:spPr>
          <a:xfrm>
            <a:off x="363160" y="402270"/>
            <a:ext cx="850392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48878" name="Title 1"/>
          <p:cNvSpPr>
            <a:spLocks noGrp="1"/>
          </p:cNvSpPr>
          <p:nvPr>
            <p:ph type="title"/>
          </p:nvPr>
        </p:nvSpPr>
        <p:spPr>
          <a:xfrm>
            <a:off x="706902" y="512064"/>
            <a:ext cx="8156448" cy="777240"/>
          </a:xfrm>
        </p:spPr>
        <p:txBody>
          <a:bodyPr tIns="64008"/>
          <a:lstStyle>
            <a:lvl1pPr algn="l">
              <a:buNone/>
              <a:defRPr sz="3800" b="0" cap="none" spc="-150" baseline="0"/>
            </a:lvl1pPr>
          </a:lstStyle>
          <a:p>
            <a:r>
              <a:rPr kumimoji="0" lang="en-US"/>
              <a:t>Click to edit Master title style</a:t>
            </a:r>
          </a:p>
        </p:txBody>
      </p:sp>
      <p:sp>
        <p:nvSpPr>
          <p:cNvPr id="1048879" name="Rectangle 7"/>
          <p:cNvSpPr/>
          <p:nvPr/>
        </p:nvSpPr>
        <p:spPr>
          <a:xfrm flipH="1">
            <a:off x="371538"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1048880" name="Rectangle 8"/>
          <p:cNvSpPr/>
          <p:nvPr/>
        </p:nvSpPr>
        <p:spPr>
          <a:xfrm flipH="1">
            <a:off x="411109"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1048881" name="Rectangle 9"/>
          <p:cNvSpPr/>
          <p:nvPr/>
        </p:nvSpPr>
        <p:spPr>
          <a:xfrm flipH="1">
            <a:off x="448450"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48882" name="Rectangle 10"/>
          <p:cNvSpPr/>
          <p:nvPr/>
        </p:nvSpPr>
        <p:spPr>
          <a:xfrm flipH="1">
            <a:off x="476702"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1048883" name="Rectangle 11"/>
          <p:cNvSpPr/>
          <p:nvPr/>
        </p:nvSpPr>
        <p:spPr>
          <a:xfrm>
            <a:off x="500478"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1048884" name="Title 1"/>
          <p:cNvSpPr>
            <a:spLocks noGrp="1"/>
          </p:cNvSpPr>
          <p:nvPr>
            <p:ph type="title"/>
          </p:nvPr>
        </p:nvSpPr>
        <p:spPr>
          <a:xfrm>
            <a:off x="457200" y="512064"/>
            <a:ext cx="8229600" cy="914400"/>
          </a:xfrm>
        </p:spPr>
        <p:txBody>
          <a:bodyPr/>
          <a:lstStyle/>
          <a:p>
            <a:r>
              <a:rPr kumimoji="0" lang="en-US"/>
              <a:t>Click to edit Master title style</a:t>
            </a:r>
          </a:p>
        </p:txBody>
      </p:sp>
      <p:sp>
        <p:nvSpPr>
          <p:cNvPr id="1048885" name="Content Placeholder 2"/>
          <p:cNvSpPr>
            <a:spLocks noGrp="1"/>
          </p:cNvSpPr>
          <p:nvPr>
            <p:ph sz="half" idx="1"/>
          </p:nvPr>
        </p:nvSpPr>
        <p:spPr>
          <a:xfrm>
            <a:off x="464344" y="1770507"/>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886" name="Content Placeholder 3"/>
          <p:cNvSpPr>
            <a:spLocks noGrp="1"/>
          </p:cNvSpPr>
          <p:nvPr>
            <p:ph sz="half" idx="2"/>
          </p:nvPr>
        </p:nvSpPr>
        <p:spPr>
          <a:xfrm>
            <a:off x="4655344" y="1770507"/>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887" name="Date Placeholder 4"/>
          <p:cNvSpPr>
            <a:spLocks noGrp="1"/>
          </p:cNvSpPr>
          <p:nvPr>
            <p:ph type="dt" sz="half" idx="10"/>
          </p:nvPr>
        </p:nvSpPr>
        <p:spPr/>
        <p:txBody>
          <a:bodyPr/>
          <a:lstStyle/>
          <a:p>
            <a:fld id="{EC9C4F38-7515-4D63-A9F0-4D8507C04DD6}" type="datetimeFigureOut">
              <a:rPr lang="id-ID" smtClean="0">
                <a:solidFill>
                  <a:srgbClr val="D6ECFF"/>
                </a:solidFill>
              </a:rPr>
              <a:t>02/06/2026</a:t>
            </a:fld>
            <a:endParaRPr lang="id-ID">
              <a:solidFill>
                <a:srgbClr val="D6ECFF"/>
              </a:solidFill>
            </a:endParaRPr>
          </a:p>
        </p:txBody>
      </p:sp>
      <p:sp>
        <p:nvSpPr>
          <p:cNvPr id="1048888" name="Footer Placeholder 5"/>
          <p:cNvSpPr>
            <a:spLocks noGrp="1"/>
          </p:cNvSpPr>
          <p:nvPr>
            <p:ph type="ftr" sz="quarter" idx="11"/>
          </p:nvPr>
        </p:nvSpPr>
        <p:spPr/>
        <p:txBody>
          <a:bodyPr/>
          <a:lstStyle/>
          <a:p>
            <a:endParaRPr lang="id-ID">
              <a:solidFill>
                <a:srgbClr val="D6ECFF"/>
              </a:solidFill>
            </a:endParaRPr>
          </a:p>
        </p:txBody>
      </p:sp>
      <p:sp>
        <p:nvSpPr>
          <p:cNvPr id="1048889" name="Slide Number Placeholder 6"/>
          <p:cNvSpPr>
            <a:spLocks noGrp="1"/>
          </p:cNvSpPr>
          <p:nvPr>
            <p:ph type="sldNum" sz="quarter" idx="12"/>
          </p:nvPr>
        </p:nvSpPr>
        <p:spPr/>
        <p:txBody>
          <a:bodyPr/>
          <a:lstStyle/>
          <a:p>
            <a:fld id="{1B2BD29A-B255-4263-9429-3B042F9B0D40}" type="slidenum">
              <a:rPr lang="id-ID" smtClean="0">
                <a:solidFill>
                  <a:srgbClr val="D6ECFF"/>
                </a:solidFill>
              </a:rPr>
              <a:t>‹#›</a:t>
            </a:fld>
            <a:endParaRPr lang="id-ID">
              <a:solidFill>
                <a:srgbClr val="D6ECFF"/>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048890" name="Rectangle 24"/>
          <p:cNvSpPr/>
          <p:nvPr/>
        </p:nvSpPr>
        <p:spPr>
          <a:xfrm>
            <a:off x="0" y="402271"/>
            <a:ext cx="886708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48891" name="Title 1"/>
          <p:cNvSpPr>
            <a:spLocks noGrp="1"/>
          </p:cNvSpPr>
          <p:nvPr>
            <p:ph type="title"/>
          </p:nvPr>
        </p:nvSpPr>
        <p:spPr>
          <a:xfrm>
            <a:off x="504824" y="512064"/>
            <a:ext cx="7772400" cy="914400"/>
          </a:xfrm>
        </p:spPr>
        <p:txBody>
          <a:bodyPr anchor="t"/>
          <a:lstStyle>
            <a:lvl1pPr>
              <a:defRPr sz="4000"/>
            </a:lvl1pPr>
          </a:lstStyle>
          <a:p>
            <a:r>
              <a:rPr kumimoji="0" lang="en-US"/>
              <a:t>Click to edit Master title style</a:t>
            </a:r>
          </a:p>
        </p:txBody>
      </p:sp>
      <p:sp>
        <p:nvSpPr>
          <p:cNvPr id="1048892" name="Text Placeholder 2"/>
          <p:cNvSpPr>
            <a:spLocks noGrp="1"/>
          </p:cNvSpPr>
          <p:nvPr>
            <p:ph type="body" idx="1"/>
          </p:nvPr>
        </p:nvSpPr>
        <p:spPr>
          <a:xfrm>
            <a:off x="457200" y="1809750"/>
            <a:ext cx="4040188" cy="639762"/>
          </a:xfrm>
        </p:spPr>
        <p:txBody>
          <a:bodyPr anchor="ctr"/>
          <a:lstStyle>
            <a:lvl1pPr marL="73152" indent="0" algn="l">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1048893" name="Text Placeholder 3"/>
          <p:cNvSpPr>
            <a:spLocks noGrp="1"/>
          </p:cNvSpPr>
          <p:nvPr>
            <p:ph type="body" sz="half" idx="3"/>
          </p:nvPr>
        </p:nvSpPr>
        <p:spPr>
          <a:xfrm>
            <a:off x="4645028" y="1809750"/>
            <a:ext cx="4041775" cy="639762"/>
          </a:xfrm>
        </p:spPr>
        <p:txBody>
          <a:bodyPr anchor="ctr"/>
          <a:lstStyle>
            <a:lvl1pPr marL="73152"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1048894" name="Content Placeholder 4"/>
          <p:cNvSpPr>
            <a:spLocks noGrp="1"/>
          </p:cNvSpPr>
          <p:nvPr>
            <p:ph sz="quarter" idx="2"/>
          </p:nvPr>
        </p:nvSpPr>
        <p:spPr>
          <a:xfrm>
            <a:off x="457200" y="2459037"/>
            <a:ext cx="4040188" cy="3959352"/>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895" name="Content Placeholder 5"/>
          <p:cNvSpPr>
            <a:spLocks noGrp="1"/>
          </p:cNvSpPr>
          <p:nvPr>
            <p:ph sz="quarter" idx="4"/>
          </p:nvPr>
        </p:nvSpPr>
        <p:spPr>
          <a:xfrm>
            <a:off x="4645028" y="2459037"/>
            <a:ext cx="4041775" cy="3959352"/>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896" name="Date Placeholder 6"/>
          <p:cNvSpPr>
            <a:spLocks noGrp="1"/>
          </p:cNvSpPr>
          <p:nvPr>
            <p:ph type="dt" sz="half" idx="10"/>
          </p:nvPr>
        </p:nvSpPr>
        <p:spPr/>
        <p:txBody>
          <a:bodyPr/>
          <a:lstStyle/>
          <a:p>
            <a:fld id="{EC9C4F38-7515-4D63-A9F0-4D8507C04DD6}" type="datetimeFigureOut">
              <a:rPr lang="id-ID" smtClean="0">
                <a:solidFill>
                  <a:srgbClr val="D6ECFF"/>
                </a:solidFill>
              </a:rPr>
              <a:t>02/06/2026</a:t>
            </a:fld>
            <a:endParaRPr lang="id-ID">
              <a:solidFill>
                <a:srgbClr val="D6ECFF"/>
              </a:solidFill>
            </a:endParaRPr>
          </a:p>
        </p:txBody>
      </p:sp>
      <p:sp>
        <p:nvSpPr>
          <p:cNvPr id="1048897" name="Footer Placeholder 7"/>
          <p:cNvSpPr>
            <a:spLocks noGrp="1"/>
          </p:cNvSpPr>
          <p:nvPr>
            <p:ph type="ftr" sz="quarter" idx="11"/>
          </p:nvPr>
        </p:nvSpPr>
        <p:spPr/>
        <p:txBody>
          <a:bodyPr/>
          <a:lstStyle/>
          <a:p>
            <a:endParaRPr lang="id-ID">
              <a:solidFill>
                <a:srgbClr val="D6ECFF"/>
              </a:solidFill>
            </a:endParaRPr>
          </a:p>
        </p:txBody>
      </p:sp>
      <p:sp>
        <p:nvSpPr>
          <p:cNvPr id="1048898" name="Slide Number Placeholder 8"/>
          <p:cNvSpPr>
            <a:spLocks noGrp="1"/>
          </p:cNvSpPr>
          <p:nvPr>
            <p:ph type="sldNum" sz="quarter" idx="12"/>
          </p:nvPr>
        </p:nvSpPr>
        <p:spPr/>
        <p:txBody>
          <a:bodyPr/>
          <a:lstStyle/>
          <a:p>
            <a:fld id="{1B2BD29A-B255-4263-9429-3B042F9B0D40}" type="slidenum">
              <a:rPr lang="id-ID" smtClean="0">
                <a:solidFill>
                  <a:srgbClr val="D6ECFF"/>
                </a:solidFill>
              </a:rPr>
              <a:t>‹#›</a:t>
            </a:fld>
            <a:endParaRPr lang="id-ID">
              <a:solidFill>
                <a:srgbClr val="D6ECFF"/>
              </a:solidFill>
            </a:endParaRPr>
          </a:p>
        </p:txBody>
      </p:sp>
      <p:sp>
        <p:nvSpPr>
          <p:cNvPr id="1048899" name="Rectangle 15"/>
          <p:cNvSpPr/>
          <p:nvPr/>
        </p:nvSpPr>
        <p:spPr>
          <a:xfrm>
            <a:off x="87790" y="680477"/>
            <a:ext cx="45720"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1048900" name="Rectangle 16"/>
          <p:cNvSpPr/>
          <p:nvPr/>
        </p:nvSpPr>
        <p:spPr>
          <a:xfrm>
            <a:off x="47305"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1048901" name="Rectangle 17"/>
          <p:cNvSpPr/>
          <p:nvPr/>
        </p:nvSpPr>
        <p:spPr>
          <a:xfrm>
            <a:off x="28252"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48902" name="Rectangle 18"/>
          <p:cNvSpPr/>
          <p:nvPr/>
        </p:nvSpPr>
        <p:spPr>
          <a:xfrm>
            <a:off x="0"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1048903" name="Rectangle 19"/>
          <p:cNvSpPr/>
          <p:nvPr/>
        </p:nvSpPr>
        <p:spPr>
          <a:xfrm flipH="1">
            <a:off x="149770"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1048904" name="Rectangle 20"/>
          <p:cNvSpPr/>
          <p:nvPr/>
        </p:nvSpPr>
        <p:spPr>
          <a:xfrm flipH="1">
            <a:off x="189341"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1048905" name="Rectangle 21"/>
          <p:cNvSpPr/>
          <p:nvPr/>
        </p:nvSpPr>
        <p:spPr>
          <a:xfrm flipH="1">
            <a:off x="226682"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48906" name="Rectangle 28"/>
          <p:cNvSpPr/>
          <p:nvPr/>
        </p:nvSpPr>
        <p:spPr>
          <a:xfrm flipH="1">
            <a:off x="254934"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1048907" name="Rectangle 29"/>
          <p:cNvSpPr/>
          <p:nvPr/>
        </p:nvSpPr>
        <p:spPr>
          <a:xfrm>
            <a:off x="278710"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837" name="Title 1"/>
          <p:cNvSpPr>
            <a:spLocks noGrp="1"/>
          </p:cNvSpPr>
          <p:nvPr>
            <p:ph type="title"/>
          </p:nvPr>
        </p:nvSpPr>
        <p:spPr>
          <a:xfrm>
            <a:off x="914400" y="512064"/>
            <a:ext cx="7772400" cy="914400"/>
          </a:xfrm>
        </p:spPr>
        <p:txBody>
          <a:bodyPr/>
          <a:lstStyle>
            <a:lvl1pPr>
              <a:defRPr sz="4000" cap="none" baseline="0"/>
            </a:lvl1pPr>
          </a:lstStyle>
          <a:p>
            <a:r>
              <a:rPr kumimoji="0" lang="en-US"/>
              <a:t>Click to edit Master title style</a:t>
            </a:r>
          </a:p>
        </p:txBody>
      </p:sp>
      <p:sp>
        <p:nvSpPr>
          <p:cNvPr id="1048838" name="Date Placeholder 2"/>
          <p:cNvSpPr>
            <a:spLocks noGrp="1"/>
          </p:cNvSpPr>
          <p:nvPr>
            <p:ph type="dt" sz="half" idx="10"/>
          </p:nvPr>
        </p:nvSpPr>
        <p:spPr/>
        <p:txBody>
          <a:bodyPr/>
          <a:lstStyle/>
          <a:p>
            <a:fld id="{EC9C4F38-7515-4D63-A9F0-4D8507C04DD6}" type="datetimeFigureOut">
              <a:rPr lang="id-ID" smtClean="0">
                <a:solidFill>
                  <a:srgbClr val="D6ECFF"/>
                </a:solidFill>
              </a:rPr>
              <a:t>02/06/2026</a:t>
            </a:fld>
            <a:endParaRPr lang="id-ID">
              <a:solidFill>
                <a:srgbClr val="D6ECFF"/>
              </a:solidFill>
            </a:endParaRPr>
          </a:p>
        </p:txBody>
      </p:sp>
      <p:sp>
        <p:nvSpPr>
          <p:cNvPr id="1048839" name="Footer Placeholder 3"/>
          <p:cNvSpPr>
            <a:spLocks noGrp="1"/>
          </p:cNvSpPr>
          <p:nvPr>
            <p:ph type="ftr" sz="quarter" idx="11"/>
          </p:nvPr>
        </p:nvSpPr>
        <p:spPr/>
        <p:txBody>
          <a:bodyPr/>
          <a:lstStyle/>
          <a:p>
            <a:endParaRPr lang="id-ID">
              <a:solidFill>
                <a:srgbClr val="D6ECFF"/>
              </a:solidFill>
            </a:endParaRPr>
          </a:p>
        </p:txBody>
      </p:sp>
      <p:sp>
        <p:nvSpPr>
          <p:cNvPr id="1048840" name="Slide Number Placeholder 4"/>
          <p:cNvSpPr>
            <a:spLocks noGrp="1"/>
          </p:cNvSpPr>
          <p:nvPr>
            <p:ph type="sldNum" sz="quarter" idx="12"/>
          </p:nvPr>
        </p:nvSpPr>
        <p:spPr/>
        <p:txBody>
          <a:bodyPr/>
          <a:lstStyle/>
          <a:p>
            <a:fld id="{1B2BD29A-B255-4263-9429-3B042F9B0D40}" type="slidenum">
              <a:rPr lang="id-ID" smtClean="0">
                <a:solidFill>
                  <a:srgbClr val="D6ECFF"/>
                </a:solidFill>
              </a:rPr>
              <a:t>‹#›</a:t>
            </a:fld>
            <a:endParaRPr lang="id-ID">
              <a:solidFill>
                <a:srgbClr val="D6ECFF"/>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48908" name="Date Placeholder 1"/>
          <p:cNvSpPr>
            <a:spLocks noGrp="1"/>
          </p:cNvSpPr>
          <p:nvPr>
            <p:ph type="dt" sz="half" idx="10"/>
          </p:nvPr>
        </p:nvSpPr>
        <p:spPr/>
        <p:txBody>
          <a:bodyPr/>
          <a:lstStyle/>
          <a:p>
            <a:fld id="{EC9C4F38-7515-4D63-A9F0-4D8507C04DD6}" type="datetimeFigureOut">
              <a:rPr lang="id-ID" smtClean="0">
                <a:solidFill>
                  <a:srgbClr val="D6ECFF"/>
                </a:solidFill>
              </a:rPr>
              <a:t>02/06/2026</a:t>
            </a:fld>
            <a:endParaRPr lang="id-ID">
              <a:solidFill>
                <a:srgbClr val="D6ECFF"/>
              </a:solidFill>
            </a:endParaRPr>
          </a:p>
        </p:txBody>
      </p:sp>
      <p:sp>
        <p:nvSpPr>
          <p:cNvPr id="1048909" name="Footer Placeholder 2"/>
          <p:cNvSpPr>
            <a:spLocks noGrp="1"/>
          </p:cNvSpPr>
          <p:nvPr>
            <p:ph type="ftr" sz="quarter" idx="11"/>
          </p:nvPr>
        </p:nvSpPr>
        <p:spPr/>
        <p:txBody>
          <a:bodyPr/>
          <a:lstStyle/>
          <a:p>
            <a:endParaRPr lang="id-ID">
              <a:solidFill>
                <a:srgbClr val="D6ECFF"/>
              </a:solidFill>
            </a:endParaRPr>
          </a:p>
        </p:txBody>
      </p:sp>
      <p:sp>
        <p:nvSpPr>
          <p:cNvPr id="1048910" name="Slide Number Placeholder 3"/>
          <p:cNvSpPr>
            <a:spLocks noGrp="1"/>
          </p:cNvSpPr>
          <p:nvPr>
            <p:ph type="sldNum" sz="quarter" idx="12"/>
          </p:nvPr>
        </p:nvSpPr>
        <p:spPr/>
        <p:txBody>
          <a:bodyPr/>
          <a:lstStyle/>
          <a:p>
            <a:fld id="{1B2BD29A-B255-4263-9429-3B042F9B0D40}" type="slidenum">
              <a:rPr lang="id-ID" smtClean="0">
                <a:solidFill>
                  <a:srgbClr val="D6ECFF"/>
                </a:solidFill>
              </a:rPr>
              <a:t>‹#›</a:t>
            </a:fld>
            <a:endParaRPr lang="id-ID">
              <a:solidFill>
                <a:srgbClr val="D6ECFF"/>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911" name="Title 1"/>
          <p:cNvSpPr>
            <a:spLocks noGrp="1"/>
          </p:cNvSpPr>
          <p:nvPr>
            <p:ph type="title"/>
          </p:nvPr>
        </p:nvSpPr>
        <p:spPr>
          <a:xfrm>
            <a:off x="685800" y="273050"/>
            <a:ext cx="8229600" cy="1162050"/>
          </a:xfrm>
        </p:spPr>
        <p:txBody>
          <a:bodyPr anchor="ctr"/>
          <a:lstStyle>
            <a:lvl1pPr algn="l">
              <a:buNone/>
              <a:defRPr sz="3600" b="0"/>
            </a:lvl1pPr>
          </a:lstStyle>
          <a:p>
            <a:r>
              <a:rPr kumimoji="0" lang="en-US"/>
              <a:t>Click to edit Master title style</a:t>
            </a:r>
          </a:p>
        </p:txBody>
      </p:sp>
      <p:sp>
        <p:nvSpPr>
          <p:cNvPr id="1048912" name="Text Placeholder 2"/>
          <p:cNvSpPr>
            <a:spLocks noGrp="1"/>
          </p:cNvSpPr>
          <p:nvPr>
            <p:ph type="body" idx="2"/>
          </p:nvPr>
        </p:nvSpPr>
        <p:spPr>
          <a:xfrm>
            <a:off x="685800" y="1435100"/>
            <a:ext cx="2514600" cy="4572000"/>
          </a:xfrm>
        </p:spPr>
        <p:txBody>
          <a:bodyPr/>
          <a:lstStyle>
            <a:lvl1pPr marL="54864"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1048913" name="Content Placeholder 3"/>
          <p:cNvSpPr>
            <a:spLocks noGrp="1"/>
          </p:cNvSpPr>
          <p:nvPr>
            <p:ph sz="half" idx="1"/>
          </p:nvPr>
        </p:nvSpPr>
        <p:spPr>
          <a:xfrm>
            <a:off x="3429000" y="1435100"/>
            <a:ext cx="5486400" cy="457200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914" name="Date Placeholder 4"/>
          <p:cNvSpPr>
            <a:spLocks noGrp="1"/>
          </p:cNvSpPr>
          <p:nvPr>
            <p:ph type="dt" sz="half" idx="10"/>
          </p:nvPr>
        </p:nvSpPr>
        <p:spPr/>
        <p:txBody>
          <a:bodyPr/>
          <a:lstStyle/>
          <a:p>
            <a:fld id="{EC9C4F38-7515-4D63-A9F0-4D8507C04DD6}" type="datetimeFigureOut">
              <a:rPr lang="id-ID" smtClean="0">
                <a:solidFill>
                  <a:srgbClr val="D6ECFF"/>
                </a:solidFill>
              </a:rPr>
              <a:t>02/06/2026</a:t>
            </a:fld>
            <a:endParaRPr lang="id-ID">
              <a:solidFill>
                <a:srgbClr val="D6ECFF"/>
              </a:solidFill>
            </a:endParaRPr>
          </a:p>
        </p:txBody>
      </p:sp>
      <p:sp>
        <p:nvSpPr>
          <p:cNvPr id="1048915" name="Footer Placeholder 5"/>
          <p:cNvSpPr>
            <a:spLocks noGrp="1"/>
          </p:cNvSpPr>
          <p:nvPr>
            <p:ph type="ftr" sz="quarter" idx="11"/>
          </p:nvPr>
        </p:nvSpPr>
        <p:spPr/>
        <p:txBody>
          <a:bodyPr/>
          <a:lstStyle/>
          <a:p>
            <a:endParaRPr lang="id-ID">
              <a:solidFill>
                <a:srgbClr val="D6ECFF"/>
              </a:solidFill>
            </a:endParaRPr>
          </a:p>
        </p:txBody>
      </p:sp>
      <p:sp>
        <p:nvSpPr>
          <p:cNvPr id="1048916" name="Slide Number Placeholder 6"/>
          <p:cNvSpPr>
            <a:spLocks noGrp="1"/>
          </p:cNvSpPr>
          <p:nvPr>
            <p:ph type="sldNum" sz="quarter" idx="12"/>
          </p:nvPr>
        </p:nvSpPr>
        <p:spPr/>
        <p:txBody>
          <a:bodyPr/>
          <a:lstStyle/>
          <a:p>
            <a:fld id="{1B2BD29A-B255-4263-9429-3B042F9B0D40}" type="slidenum">
              <a:rPr lang="id-ID" smtClean="0">
                <a:solidFill>
                  <a:srgbClr val="D6ECFF"/>
                </a:solidFill>
              </a:rPr>
              <a:t>‹#›</a:t>
            </a:fld>
            <a:endParaRPr lang="id-ID">
              <a:solidFill>
                <a:srgbClr val="D6ECFF"/>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846" name="Rectangle 7"/>
          <p:cNvSpPr/>
          <p:nvPr/>
        </p:nvSpPr>
        <p:spPr>
          <a:xfrm>
            <a:off x="368032" y="0"/>
            <a:ext cx="8778240" cy="1878037"/>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cxnSp>
        <p:nvCxnSpPr>
          <p:cNvPr id="3145732" name="Straight Connector 8"/>
          <p:cNvCxnSpPr>
            <a:cxnSpLocks/>
          </p:cNvCxnSpPr>
          <p:nvPr/>
        </p:nvCxnSpPr>
        <p:spPr>
          <a:xfrm flipV="1">
            <a:off x="363195" y="1885028"/>
            <a:ext cx="8782622"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186" name="Group 9"/>
          <p:cNvGrpSpPr/>
          <p:nvPr/>
        </p:nvGrpSpPr>
        <p:grpSpPr>
          <a:xfrm rot="5400000">
            <a:off x="8514584" y="1219200"/>
            <a:ext cx="132763" cy="128466"/>
            <a:chOff x="6668087" y="1297746"/>
            <a:chExt cx="161840" cy="156602"/>
          </a:xfrm>
        </p:grpSpPr>
        <p:cxnSp>
          <p:nvCxnSpPr>
            <p:cNvPr id="3145733" name="Straight Connector 14"/>
            <p:cNvCxnSpPr>
              <a:cxnSpLocks/>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3145734" name="Straight Connector 15"/>
            <p:cNvCxnSpPr>
              <a:cxnSpLocks/>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3145735" name="Straight Connector 16"/>
            <p:cNvCxnSpPr>
              <a:cxnSpLocks/>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1048847" name="Title 1"/>
          <p:cNvSpPr>
            <a:spLocks noGrp="1"/>
          </p:cNvSpPr>
          <p:nvPr>
            <p:ph type="title"/>
          </p:nvPr>
        </p:nvSpPr>
        <p:spPr bwMode="grayWhite">
          <a:xfrm>
            <a:off x="914400" y="441257"/>
            <a:ext cx="6858000" cy="701749"/>
          </a:xfrm>
        </p:spPr>
        <p:txBody>
          <a:bodyPr anchor="b"/>
          <a:lstStyle>
            <a:lvl1pPr algn="l">
              <a:buNone/>
              <a:defRPr sz="2100" b="0"/>
            </a:lvl1pPr>
          </a:lstStyle>
          <a:p>
            <a:r>
              <a:rPr kumimoji="0" lang="en-US"/>
              <a:t>Click to edit Master title style</a:t>
            </a:r>
          </a:p>
        </p:txBody>
      </p:sp>
      <p:sp>
        <p:nvSpPr>
          <p:cNvPr id="1048848" name="Picture Placeholder 2"/>
          <p:cNvSpPr>
            <a:spLocks noGrp="1"/>
          </p:cNvSpPr>
          <p:nvPr>
            <p:ph type="pic" idx="1"/>
          </p:nvPr>
        </p:nvSpPr>
        <p:spPr>
          <a:xfrm>
            <a:off x="368032" y="1893781"/>
            <a:ext cx="8778240" cy="4960144"/>
          </a:xfrm>
          <a:solidFill>
            <a:schemeClr val="bg2"/>
          </a:solidFill>
        </p:spPr>
        <p:txBody>
          <a:bodyPr/>
          <a:lstStyle>
            <a:lvl1pPr marL="0" indent="0">
              <a:buNone/>
              <a:defRPr sz="3200"/>
            </a:lvl1pPr>
          </a:lstStyle>
          <a:p>
            <a:r>
              <a:rPr kumimoji="0" lang="en-US"/>
              <a:t>Click icon to add picture</a:t>
            </a:r>
          </a:p>
        </p:txBody>
      </p:sp>
      <p:sp>
        <p:nvSpPr>
          <p:cNvPr id="1048849" name="Text Placeholder 3"/>
          <p:cNvSpPr>
            <a:spLocks noGrp="1"/>
          </p:cNvSpPr>
          <p:nvPr>
            <p:ph type="body" sz="half" idx="2"/>
          </p:nvPr>
        </p:nvSpPr>
        <p:spPr bwMode="grayWhite">
          <a:xfrm>
            <a:off x="914400" y="1150144"/>
            <a:ext cx="6858000" cy="685800"/>
          </a:xfrm>
        </p:spPr>
        <p:txBody>
          <a:bodyPr/>
          <a:lstStyle>
            <a:lvl1pPr marL="27432" indent="0">
              <a:spcBef>
                <a:spcPts val="0"/>
              </a:spcBef>
              <a:buNone/>
              <a:defRPr sz="14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grpSp>
        <p:nvGrpSpPr>
          <p:cNvPr id="187" name="Group 13"/>
          <p:cNvGrpSpPr/>
          <p:nvPr/>
        </p:nvGrpSpPr>
        <p:grpSpPr>
          <a:xfrm rot="5400000">
            <a:off x="8666984" y="1371600"/>
            <a:ext cx="132763" cy="128466"/>
            <a:chOff x="6668087" y="1297746"/>
            <a:chExt cx="161840" cy="156602"/>
          </a:xfrm>
        </p:grpSpPr>
        <p:cxnSp>
          <p:nvCxnSpPr>
            <p:cNvPr id="3145736" name="Straight Connector 10"/>
            <p:cNvCxnSpPr>
              <a:cxnSpLocks/>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3145737" name="Straight Connector 11"/>
            <p:cNvCxnSpPr>
              <a:cxnSpLocks/>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3145738" name="Straight Connector 12"/>
            <p:cNvCxnSpPr>
              <a:cxnSpLocks/>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88" name="Group 17"/>
          <p:cNvGrpSpPr/>
          <p:nvPr/>
        </p:nvGrpSpPr>
        <p:grpSpPr>
          <a:xfrm rot="5400000">
            <a:off x="8320091" y="1474763"/>
            <a:ext cx="132763" cy="128466"/>
            <a:chOff x="6668087" y="1297746"/>
            <a:chExt cx="161840" cy="156602"/>
          </a:xfrm>
        </p:grpSpPr>
        <p:cxnSp>
          <p:nvCxnSpPr>
            <p:cNvPr id="3145739" name="Straight Connector 18"/>
            <p:cNvCxnSpPr>
              <a:cxnSpLocks/>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3145740" name="Straight Connector 19"/>
            <p:cNvCxnSpPr>
              <a:cxnSpLocks/>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3145741" name="Straight Connector 20"/>
            <p:cNvCxnSpPr>
              <a:cxnSpLocks/>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1048850" name="Date Placeholder 4"/>
          <p:cNvSpPr>
            <a:spLocks noGrp="1"/>
          </p:cNvSpPr>
          <p:nvPr>
            <p:ph type="dt" sz="half" idx="10"/>
          </p:nvPr>
        </p:nvSpPr>
        <p:spPr>
          <a:xfrm>
            <a:off x="6477000" y="55499"/>
            <a:ext cx="2133600" cy="365125"/>
          </a:xfrm>
        </p:spPr>
        <p:txBody>
          <a:bodyPr/>
          <a:lstStyle/>
          <a:p>
            <a:fld id="{EC9C4F38-7515-4D63-A9F0-4D8507C04DD6}" type="datetimeFigureOut">
              <a:rPr lang="id-ID" smtClean="0">
                <a:solidFill>
                  <a:srgbClr val="D6ECFF"/>
                </a:solidFill>
              </a:rPr>
              <a:t>02/06/2026</a:t>
            </a:fld>
            <a:endParaRPr lang="id-ID">
              <a:solidFill>
                <a:srgbClr val="D6ECFF"/>
              </a:solidFill>
            </a:endParaRPr>
          </a:p>
        </p:txBody>
      </p:sp>
      <p:sp>
        <p:nvSpPr>
          <p:cNvPr id="1048851" name="Footer Placeholder 5"/>
          <p:cNvSpPr>
            <a:spLocks noGrp="1"/>
          </p:cNvSpPr>
          <p:nvPr>
            <p:ph type="ftr" sz="quarter" idx="11"/>
          </p:nvPr>
        </p:nvSpPr>
        <p:spPr>
          <a:xfrm>
            <a:off x="914400" y="55499"/>
            <a:ext cx="5562600" cy="365125"/>
          </a:xfrm>
        </p:spPr>
        <p:txBody>
          <a:bodyPr/>
          <a:lstStyle/>
          <a:p>
            <a:endParaRPr lang="id-ID">
              <a:solidFill>
                <a:srgbClr val="D6ECFF"/>
              </a:solidFill>
            </a:endParaRPr>
          </a:p>
        </p:txBody>
      </p:sp>
      <p:sp>
        <p:nvSpPr>
          <p:cNvPr id="1048852" name="Slide Number Placeholder 6"/>
          <p:cNvSpPr>
            <a:spLocks noGrp="1"/>
          </p:cNvSpPr>
          <p:nvPr>
            <p:ph type="sldNum" sz="quarter" idx="12"/>
          </p:nvPr>
        </p:nvSpPr>
        <p:spPr>
          <a:xfrm>
            <a:off x="8610600" y="55499"/>
            <a:ext cx="457200" cy="365125"/>
          </a:xfrm>
        </p:spPr>
        <p:txBody>
          <a:bodyPr/>
          <a:lstStyle/>
          <a:p>
            <a:fld id="{1B2BD29A-B255-4263-9429-3B042F9B0D40}" type="slidenum">
              <a:rPr lang="id-ID" smtClean="0">
                <a:solidFill>
                  <a:srgbClr val="D6ECFF"/>
                </a:solidFill>
              </a:rPr>
              <a:t>‹#›</a:t>
            </a:fld>
            <a:endParaRPr lang="id-ID">
              <a:solidFill>
                <a:srgbClr val="D6ECFF"/>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853" name="Title 1"/>
          <p:cNvSpPr>
            <a:spLocks noGrp="1"/>
          </p:cNvSpPr>
          <p:nvPr>
            <p:ph type="title"/>
          </p:nvPr>
        </p:nvSpPr>
        <p:spPr/>
        <p:txBody>
          <a:bodyPr/>
          <a:lstStyle/>
          <a:p>
            <a:r>
              <a:rPr kumimoji="0" lang="en-US"/>
              <a:t>Click to edit Master title style</a:t>
            </a:r>
          </a:p>
        </p:txBody>
      </p:sp>
      <p:sp>
        <p:nvSpPr>
          <p:cNvPr id="1048854"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855" name="Date Placeholder 3"/>
          <p:cNvSpPr>
            <a:spLocks noGrp="1"/>
          </p:cNvSpPr>
          <p:nvPr>
            <p:ph type="dt" sz="half" idx="10"/>
          </p:nvPr>
        </p:nvSpPr>
        <p:spPr/>
        <p:txBody>
          <a:bodyPr/>
          <a:lstStyle/>
          <a:p>
            <a:fld id="{EC9C4F38-7515-4D63-A9F0-4D8507C04DD6}" type="datetimeFigureOut">
              <a:rPr lang="id-ID" smtClean="0">
                <a:solidFill>
                  <a:srgbClr val="D6ECFF"/>
                </a:solidFill>
              </a:rPr>
              <a:t>02/06/2026</a:t>
            </a:fld>
            <a:endParaRPr lang="id-ID">
              <a:solidFill>
                <a:srgbClr val="D6ECFF"/>
              </a:solidFill>
            </a:endParaRPr>
          </a:p>
        </p:txBody>
      </p:sp>
      <p:sp>
        <p:nvSpPr>
          <p:cNvPr id="1048856" name="Footer Placeholder 4"/>
          <p:cNvSpPr>
            <a:spLocks noGrp="1"/>
          </p:cNvSpPr>
          <p:nvPr>
            <p:ph type="ftr" sz="quarter" idx="11"/>
          </p:nvPr>
        </p:nvSpPr>
        <p:spPr/>
        <p:txBody>
          <a:bodyPr/>
          <a:lstStyle/>
          <a:p>
            <a:endParaRPr lang="id-ID">
              <a:solidFill>
                <a:srgbClr val="D6ECFF"/>
              </a:solidFill>
            </a:endParaRPr>
          </a:p>
        </p:txBody>
      </p:sp>
      <p:sp>
        <p:nvSpPr>
          <p:cNvPr id="1048857" name="Slide Number Placeholder 5"/>
          <p:cNvSpPr>
            <a:spLocks noGrp="1"/>
          </p:cNvSpPr>
          <p:nvPr>
            <p:ph type="sldNum" sz="quarter" idx="12"/>
          </p:nvPr>
        </p:nvSpPr>
        <p:spPr/>
        <p:txBody>
          <a:bodyPr/>
          <a:lstStyle/>
          <a:p>
            <a:fld id="{1B2BD29A-B255-4263-9429-3B042F9B0D40}" type="slidenum">
              <a:rPr lang="id-ID" smtClean="0">
                <a:solidFill>
                  <a:srgbClr val="D6ECFF"/>
                </a:solidFill>
              </a:rPr>
              <a:t>‹#›</a:t>
            </a:fld>
            <a:endParaRPr lang="id-ID">
              <a:solidFill>
                <a:srgbClr val="D6ECFF"/>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841" name="Vertical Title 1"/>
          <p:cNvSpPr>
            <a:spLocks noGrp="1"/>
          </p:cNvSpPr>
          <p:nvPr>
            <p:ph type="title" orient="vert"/>
          </p:nvPr>
        </p:nvSpPr>
        <p:spPr>
          <a:xfrm>
            <a:off x="6629400" y="274645"/>
            <a:ext cx="1981200" cy="5851525"/>
          </a:xfrm>
        </p:spPr>
        <p:txBody>
          <a:bodyPr vert="eaVert" anchor="ctr"/>
          <a:lstStyle/>
          <a:p>
            <a:r>
              <a:rPr kumimoji="0" lang="en-US"/>
              <a:t>Click to edit Master title style</a:t>
            </a:r>
          </a:p>
        </p:txBody>
      </p:sp>
      <p:sp>
        <p:nvSpPr>
          <p:cNvPr id="1048842" name="Vertical Text Placeholder 2"/>
          <p:cNvSpPr>
            <a:spLocks noGrp="1"/>
          </p:cNvSpPr>
          <p:nvPr>
            <p:ph type="body" orient="vert" idx="1"/>
          </p:nvPr>
        </p:nvSpPr>
        <p:spPr>
          <a:xfrm>
            <a:off x="609600" y="274645"/>
            <a:ext cx="5867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843" name="Date Placeholder 3"/>
          <p:cNvSpPr>
            <a:spLocks noGrp="1"/>
          </p:cNvSpPr>
          <p:nvPr>
            <p:ph type="dt" sz="half" idx="10"/>
          </p:nvPr>
        </p:nvSpPr>
        <p:spPr/>
        <p:txBody>
          <a:bodyPr/>
          <a:lstStyle/>
          <a:p>
            <a:fld id="{EC9C4F38-7515-4D63-A9F0-4D8507C04DD6}" type="datetimeFigureOut">
              <a:rPr lang="id-ID" smtClean="0">
                <a:solidFill>
                  <a:srgbClr val="D6ECFF"/>
                </a:solidFill>
              </a:rPr>
              <a:t>02/06/2026</a:t>
            </a:fld>
            <a:endParaRPr lang="id-ID">
              <a:solidFill>
                <a:srgbClr val="D6ECFF"/>
              </a:solidFill>
            </a:endParaRPr>
          </a:p>
        </p:txBody>
      </p:sp>
      <p:sp>
        <p:nvSpPr>
          <p:cNvPr id="1048844" name="Footer Placeholder 4"/>
          <p:cNvSpPr>
            <a:spLocks noGrp="1"/>
          </p:cNvSpPr>
          <p:nvPr>
            <p:ph type="ftr" sz="quarter" idx="11"/>
          </p:nvPr>
        </p:nvSpPr>
        <p:spPr/>
        <p:txBody>
          <a:bodyPr/>
          <a:lstStyle/>
          <a:p>
            <a:endParaRPr lang="id-ID">
              <a:solidFill>
                <a:srgbClr val="D6ECFF"/>
              </a:solidFill>
            </a:endParaRPr>
          </a:p>
        </p:txBody>
      </p:sp>
      <p:sp>
        <p:nvSpPr>
          <p:cNvPr id="1048845" name="Slide Number Placeholder 5"/>
          <p:cNvSpPr>
            <a:spLocks noGrp="1"/>
          </p:cNvSpPr>
          <p:nvPr>
            <p:ph type="sldNum" sz="quarter" idx="12"/>
          </p:nvPr>
        </p:nvSpPr>
        <p:spPr/>
        <p:txBody>
          <a:bodyPr/>
          <a:lstStyle/>
          <a:p>
            <a:fld id="{1B2BD29A-B255-4263-9429-3B042F9B0D40}" type="slidenum">
              <a:rPr lang="id-ID" smtClean="0">
                <a:solidFill>
                  <a:srgbClr val="D6ECFF"/>
                </a:solidFill>
              </a:rPr>
              <a:t>‹#›</a:t>
            </a:fld>
            <a:endParaRPr lang="id-ID">
              <a:solidFill>
                <a:srgbClr val="D6ECFF"/>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808" name="Title 1"/>
          <p:cNvSpPr>
            <a:spLocks noGrp="1"/>
          </p:cNvSpPr>
          <p:nvPr>
            <p:ph type="ctrTitle"/>
          </p:nvPr>
        </p:nvSpPr>
        <p:spPr>
          <a:xfrm>
            <a:off x="685800" y="2130431"/>
            <a:ext cx="7772400" cy="1470025"/>
          </a:xfrm>
        </p:spPr>
        <p:txBody>
          <a:bodyPr/>
          <a:lstStyle/>
          <a:p>
            <a:r>
              <a:rPr lang="en-US"/>
              <a:t>Click to edit Master title style</a:t>
            </a:r>
          </a:p>
        </p:txBody>
      </p:sp>
      <p:sp>
        <p:nvSpPr>
          <p:cNvPr id="1048809"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048810" name="Date Placeholder 3"/>
          <p:cNvSpPr>
            <a:spLocks noGrp="1"/>
          </p:cNvSpPr>
          <p:nvPr>
            <p:ph type="dt" sz="half" idx="10"/>
          </p:nvPr>
        </p:nvSpPr>
        <p:spPr/>
        <p:txBody>
          <a:bodyPr/>
          <a:lstStyle/>
          <a:p>
            <a:fld id="{1ADCA358-5B85-408B-8104-ECAD3963121C}" type="datetimeFigureOut">
              <a:rPr lang="en-US" smtClean="0">
                <a:solidFill>
                  <a:prstClr val="white">
                    <a:tint val="75000"/>
                  </a:prstClr>
                </a:solidFill>
              </a:rPr>
              <a:t>6/2/2026</a:t>
            </a:fld>
            <a:endParaRPr lang="en-US">
              <a:solidFill>
                <a:prstClr val="white">
                  <a:tint val="75000"/>
                </a:prstClr>
              </a:solidFill>
            </a:endParaRPr>
          </a:p>
        </p:txBody>
      </p:sp>
      <p:sp>
        <p:nvSpPr>
          <p:cNvPr id="1048811" name="Footer Placeholder 4"/>
          <p:cNvSpPr>
            <a:spLocks noGrp="1"/>
          </p:cNvSpPr>
          <p:nvPr>
            <p:ph type="ftr" sz="quarter" idx="11"/>
          </p:nvPr>
        </p:nvSpPr>
        <p:spPr/>
        <p:txBody>
          <a:bodyPr/>
          <a:lstStyle/>
          <a:p>
            <a:endParaRPr lang="en-US">
              <a:solidFill>
                <a:prstClr val="white">
                  <a:tint val="75000"/>
                </a:prstClr>
              </a:solidFill>
            </a:endParaRPr>
          </a:p>
        </p:txBody>
      </p:sp>
      <p:sp>
        <p:nvSpPr>
          <p:cNvPr id="1048812" name="Slide Number Placeholder 5"/>
          <p:cNvSpPr>
            <a:spLocks noGrp="1"/>
          </p:cNvSpPr>
          <p:nvPr>
            <p:ph type="sldNum" sz="quarter" idx="12"/>
          </p:nvPr>
        </p:nvSpPr>
        <p:spPr/>
        <p:txBody>
          <a:bodyPr/>
          <a:lstStyle/>
          <a:p>
            <a:fld id="{D71199A3-966C-47D6-BF56-3B733E231D4D}" type="slidenum">
              <a:rPr lang="en-US" smtClean="0">
                <a:solidFill>
                  <a:prstClr val="white">
                    <a:tint val="75000"/>
                  </a:prstClr>
                </a:solidFill>
              </a:rPr>
              <a:t>‹#›</a:t>
            </a:fld>
            <a:endParaRPr lang="en-US">
              <a:solidFill>
                <a:prstClr val="white">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769" name="Title 1"/>
          <p:cNvSpPr>
            <a:spLocks noGrp="1"/>
          </p:cNvSpPr>
          <p:nvPr>
            <p:ph type="title"/>
          </p:nvPr>
        </p:nvSpPr>
        <p:spPr/>
        <p:txBody>
          <a:bodyPr/>
          <a:lstStyle/>
          <a:p>
            <a:r>
              <a:rPr lang="en-US"/>
              <a:t>Click to edit Master title style</a:t>
            </a:r>
          </a:p>
        </p:txBody>
      </p:sp>
      <p:sp>
        <p:nvSpPr>
          <p:cNvPr id="1048770"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1" name="Date Placeholder 3"/>
          <p:cNvSpPr>
            <a:spLocks noGrp="1"/>
          </p:cNvSpPr>
          <p:nvPr>
            <p:ph type="dt" sz="half" idx="10"/>
          </p:nvPr>
        </p:nvSpPr>
        <p:spPr/>
        <p:txBody>
          <a:bodyPr/>
          <a:lstStyle/>
          <a:p>
            <a:fld id="{1ADCA358-5B85-408B-8104-ECAD3963121C}" type="datetimeFigureOut">
              <a:rPr lang="en-US" smtClean="0">
                <a:solidFill>
                  <a:prstClr val="white">
                    <a:tint val="75000"/>
                  </a:prstClr>
                </a:solidFill>
              </a:rPr>
              <a:t>6/2/2026</a:t>
            </a:fld>
            <a:endParaRPr lang="en-US">
              <a:solidFill>
                <a:prstClr val="white">
                  <a:tint val="75000"/>
                </a:prstClr>
              </a:solidFill>
            </a:endParaRPr>
          </a:p>
        </p:txBody>
      </p:sp>
      <p:sp>
        <p:nvSpPr>
          <p:cNvPr id="1048772" name="Footer Placeholder 4"/>
          <p:cNvSpPr>
            <a:spLocks noGrp="1"/>
          </p:cNvSpPr>
          <p:nvPr>
            <p:ph type="ftr" sz="quarter" idx="11"/>
          </p:nvPr>
        </p:nvSpPr>
        <p:spPr/>
        <p:txBody>
          <a:bodyPr/>
          <a:lstStyle/>
          <a:p>
            <a:endParaRPr lang="en-US">
              <a:solidFill>
                <a:prstClr val="white">
                  <a:tint val="75000"/>
                </a:prstClr>
              </a:solidFill>
            </a:endParaRPr>
          </a:p>
        </p:txBody>
      </p:sp>
      <p:sp>
        <p:nvSpPr>
          <p:cNvPr id="1048773" name="Slide Number Placeholder 5"/>
          <p:cNvSpPr>
            <a:spLocks noGrp="1"/>
          </p:cNvSpPr>
          <p:nvPr>
            <p:ph type="sldNum" sz="quarter" idx="12"/>
          </p:nvPr>
        </p:nvSpPr>
        <p:spPr/>
        <p:txBody>
          <a:bodyPr/>
          <a:lstStyle/>
          <a:p>
            <a:fld id="{D71199A3-966C-47D6-BF56-3B733E231D4D}" type="slidenum">
              <a:rPr lang="en-US" smtClean="0">
                <a:solidFill>
                  <a:prstClr val="white">
                    <a:tint val="75000"/>
                  </a:prstClr>
                </a:solidFill>
              </a:rPr>
              <a:t>‹#›</a:t>
            </a:fld>
            <a:endParaRPr lang="en-US">
              <a:solidFill>
                <a:prstClr val="white">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824" name="Title 1"/>
          <p:cNvSpPr>
            <a:spLocks noGrp="1"/>
          </p:cNvSpPr>
          <p:nvPr>
            <p:ph type="title"/>
          </p:nvPr>
        </p:nvSpPr>
        <p:spPr>
          <a:xfrm>
            <a:off x="722313" y="4406906"/>
            <a:ext cx="7772400" cy="1362075"/>
          </a:xfrm>
        </p:spPr>
        <p:txBody>
          <a:bodyPr anchor="t"/>
          <a:lstStyle>
            <a:lvl1pPr algn="l">
              <a:defRPr sz="4000" b="1" cap="all"/>
            </a:lvl1pPr>
          </a:lstStyle>
          <a:p>
            <a:r>
              <a:rPr lang="en-US"/>
              <a:t>Click to edit Master title style</a:t>
            </a:r>
          </a:p>
        </p:txBody>
      </p:sp>
      <p:sp>
        <p:nvSpPr>
          <p:cNvPr id="1048825"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26" name="Date Placeholder 3"/>
          <p:cNvSpPr>
            <a:spLocks noGrp="1"/>
          </p:cNvSpPr>
          <p:nvPr>
            <p:ph type="dt" sz="half" idx="10"/>
          </p:nvPr>
        </p:nvSpPr>
        <p:spPr/>
        <p:txBody>
          <a:bodyPr/>
          <a:lstStyle/>
          <a:p>
            <a:fld id="{1ADCA358-5B85-408B-8104-ECAD3963121C}" type="datetimeFigureOut">
              <a:rPr lang="en-US" smtClean="0">
                <a:solidFill>
                  <a:prstClr val="white">
                    <a:tint val="75000"/>
                  </a:prstClr>
                </a:solidFill>
              </a:rPr>
              <a:t>6/2/2026</a:t>
            </a:fld>
            <a:endParaRPr lang="en-US">
              <a:solidFill>
                <a:prstClr val="white">
                  <a:tint val="75000"/>
                </a:prstClr>
              </a:solidFill>
            </a:endParaRPr>
          </a:p>
        </p:txBody>
      </p:sp>
      <p:sp>
        <p:nvSpPr>
          <p:cNvPr id="1048827" name="Footer Placeholder 4"/>
          <p:cNvSpPr>
            <a:spLocks noGrp="1"/>
          </p:cNvSpPr>
          <p:nvPr>
            <p:ph type="ftr" sz="quarter" idx="11"/>
          </p:nvPr>
        </p:nvSpPr>
        <p:spPr/>
        <p:txBody>
          <a:bodyPr/>
          <a:lstStyle/>
          <a:p>
            <a:endParaRPr lang="en-US">
              <a:solidFill>
                <a:prstClr val="white">
                  <a:tint val="75000"/>
                </a:prstClr>
              </a:solidFill>
            </a:endParaRPr>
          </a:p>
        </p:txBody>
      </p:sp>
      <p:sp>
        <p:nvSpPr>
          <p:cNvPr id="1048828" name="Slide Number Placeholder 5"/>
          <p:cNvSpPr>
            <a:spLocks noGrp="1"/>
          </p:cNvSpPr>
          <p:nvPr>
            <p:ph type="sldNum" sz="quarter" idx="12"/>
          </p:nvPr>
        </p:nvSpPr>
        <p:spPr/>
        <p:txBody>
          <a:bodyPr/>
          <a:lstStyle/>
          <a:p>
            <a:fld id="{D71199A3-966C-47D6-BF56-3B733E231D4D}" type="slidenum">
              <a:rPr lang="en-US" smtClean="0">
                <a:solidFill>
                  <a:prstClr val="white">
                    <a:tint val="75000"/>
                  </a:prstClr>
                </a:solidFill>
              </a:rPr>
              <a:t>‹#›</a:t>
            </a:fld>
            <a:endParaRPr lang="en-US">
              <a:solidFill>
                <a:prstClr val="white">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84" name="Title 1"/>
          <p:cNvSpPr>
            <a:spLocks noGrp="1"/>
          </p:cNvSpPr>
          <p:nvPr>
            <p:ph type="title"/>
          </p:nvPr>
        </p:nvSpPr>
        <p:spPr/>
        <p:txBody>
          <a:bodyPr/>
          <a:lstStyle/>
          <a:p>
            <a:r>
              <a:rPr lang="en-US"/>
              <a:t>Click to edit Master title style</a:t>
            </a:r>
          </a:p>
        </p:txBody>
      </p:sp>
      <p:sp>
        <p:nvSpPr>
          <p:cNvPr id="1048785" name="Content Placeholder 2"/>
          <p:cNvSpPr>
            <a:spLocks noGrp="1"/>
          </p:cNvSpPr>
          <p:nvPr>
            <p:ph sz="half" idx="1"/>
          </p:nvPr>
        </p:nvSpPr>
        <p:spPr>
          <a:xfrm>
            <a:off x="457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86" name="Content Placeholder 3"/>
          <p:cNvSpPr>
            <a:spLocks noGrp="1"/>
          </p:cNvSpPr>
          <p:nvPr>
            <p:ph sz="half" idx="2"/>
          </p:nvPr>
        </p:nvSpPr>
        <p:spPr>
          <a:xfrm>
            <a:off x="4648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87" name="Date Placeholder 4"/>
          <p:cNvSpPr>
            <a:spLocks noGrp="1"/>
          </p:cNvSpPr>
          <p:nvPr>
            <p:ph type="dt" sz="half" idx="10"/>
          </p:nvPr>
        </p:nvSpPr>
        <p:spPr/>
        <p:txBody>
          <a:bodyPr/>
          <a:lstStyle/>
          <a:p>
            <a:fld id="{1ADCA358-5B85-408B-8104-ECAD3963121C}" type="datetimeFigureOut">
              <a:rPr lang="en-US" smtClean="0">
                <a:solidFill>
                  <a:prstClr val="white">
                    <a:tint val="75000"/>
                  </a:prstClr>
                </a:solidFill>
              </a:rPr>
              <a:t>6/2/2026</a:t>
            </a:fld>
            <a:endParaRPr lang="en-US">
              <a:solidFill>
                <a:prstClr val="white">
                  <a:tint val="75000"/>
                </a:prstClr>
              </a:solidFill>
            </a:endParaRPr>
          </a:p>
        </p:txBody>
      </p:sp>
      <p:sp>
        <p:nvSpPr>
          <p:cNvPr id="1048788" name="Footer Placeholder 5"/>
          <p:cNvSpPr>
            <a:spLocks noGrp="1"/>
          </p:cNvSpPr>
          <p:nvPr>
            <p:ph type="ftr" sz="quarter" idx="11"/>
          </p:nvPr>
        </p:nvSpPr>
        <p:spPr/>
        <p:txBody>
          <a:bodyPr/>
          <a:lstStyle/>
          <a:p>
            <a:endParaRPr lang="en-US">
              <a:solidFill>
                <a:prstClr val="white">
                  <a:tint val="75000"/>
                </a:prstClr>
              </a:solidFill>
            </a:endParaRPr>
          </a:p>
        </p:txBody>
      </p:sp>
      <p:sp>
        <p:nvSpPr>
          <p:cNvPr id="1048789" name="Slide Number Placeholder 6"/>
          <p:cNvSpPr>
            <a:spLocks noGrp="1"/>
          </p:cNvSpPr>
          <p:nvPr>
            <p:ph type="sldNum" sz="quarter" idx="12"/>
          </p:nvPr>
        </p:nvSpPr>
        <p:spPr/>
        <p:txBody>
          <a:bodyPr/>
          <a:lstStyle/>
          <a:p>
            <a:fld id="{D71199A3-966C-47D6-BF56-3B733E231D4D}" type="slidenum">
              <a:rPr lang="en-US" smtClean="0">
                <a:solidFill>
                  <a:prstClr val="white">
                    <a:tint val="75000"/>
                  </a:prstClr>
                </a:solidFill>
              </a:rPr>
              <a:t>‹#›</a:t>
            </a:fld>
            <a:endParaRPr lang="en-US">
              <a:solidFill>
                <a:prstClr val="white">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829" name="Title 1"/>
          <p:cNvSpPr>
            <a:spLocks noGrp="1"/>
          </p:cNvSpPr>
          <p:nvPr>
            <p:ph type="title"/>
          </p:nvPr>
        </p:nvSpPr>
        <p:spPr/>
        <p:txBody>
          <a:bodyPr/>
          <a:lstStyle/>
          <a:p>
            <a:r>
              <a:rPr lang="en-US"/>
              <a:t>Click to edit Master title style</a:t>
            </a:r>
          </a:p>
        </p:txBody>
      </p:sp>
      <p:sp>
        <p:nvSpPr>
          <p:cNvPr id="1048830"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31"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32" name="Text Placeholder 4"/>
          <p:cNvSpPr>
            <a:spLocks noGrp="1"/>
          </p:cNvSpPr>
          <p:nvPr>
            <p:ph type="body" sz="quarter" idx="3"/>
          </p:nvPr>
        </p:nvSpPr>
        <p:spPr>
          <a:xfrm>
            <a:off x="4645028"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33" name="Content Placeholder 5"/>
          <p:cNvSpPr>
            <a:spLocks noGrp="1"/>
          </p:cNvSpPr>
          <p:nvPr>
            <p:ph sz="quarter" idx="4"/>
          </p:nvPr>
        </p:nvSpPr>
        <p:spPr>
          <a:xfrm>
            <a:off x="4645028"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34" name="Date Placeholder 6"/>
          <p:cNvSpPr>
            <a:spLocks noGrp="1"/>
          </p:cNvSpPr>
          <p:nvPr>
            <p:ph type="dt" sz="half" idx="10"/>
          </p:nvPr>
        </p:nvSpPr>
        <p:spPr/>
        <p:txBody>
          <a:bodyPr/>
          <a:lstStyle/>
          <a:p>
            <a:fld id="{1ADCA358-5B85-408B-8104-ECAD3963121C}" type="datetimeFigureOut">
              <a:rPr lang="en-US" smtClean="0">
                <a:solidFill>
                  <a:prstClr val="white">
                    <a:tint val="75000"/>
                  </a:prstClr>
                </a:solidFill>
              </a:rPr>
              <a:t>6/2/2026</a:t>
            </a:fld>
            <a:endParaRPr lang="en-US">
              <a:solidFill>
                <a:prstClr val="white">
                  <a:tint val="75000"/>
                </a:prstClr>
              </a:solidFill>
            </a:endParaRPr>
          </a:p>
        </p:txBody>
      </p:sp>
      <p:sp>
        <p:nvSpPr>
          <p:cNvPr id="1048835" name="Footer Placeholder 7"/>
          <p:cNvSpPr>
            <a:spLocks noGrp="1"/>
          </p:cNvSpPr>
          <p:nvPr>
            <p:ph type="ftr" sz="quarter" idx="11"/>
          </p:nvPr>
        </p:nvSpPr>
        <p:spPr/>
        <p:txBody>
          <a:bodyPr/>
          <a:lstStyle/>
          <a:p>
            <a:endParaRPr lang="en-US">
              <a:solidFill>
                <a:prstClr val="white">
                  <a:tint val="75000"/>
                </a:prstClr>
              </a:solidFill>
            </a:endParaRPr>
          </a:p>
        </p:txBody>
      </p:sp>
      <p:sp>
        <p:nvSpPr>
          <p:cNvPr id="1048836" name="Slide Number Placeholder 8"/>
          <p:cNvSpPr>
            <a:spLocks noGrp="1"/>
          </p:cNvSpPr>
          <p:nvPr>
            <p:ph type="sldNum" sz="quarter" idx="12"/>
          </p:nvPr>
        </p:nvSpPr>
        <p:spPr/>
        <p:txBody>
          <a:bodyPr/>
          <a:lstStyle/>
          <a:p>
            <a:fld id="{D71199A3-966C-47D6-BF56-3B733E231D4D}" type="slidenum">
              <a:rPr lang="en-US" smtClean="0">
                <a:solidFill>
                  <a:prstClr val="white">
                    <a:tint val="75000"/>
                  </a:prstClr>
                </a:solidFill>
              </a:rPr>
              <a:t>‹#›</a:t>
            </a:fld>
            <a:endParaRPr lang="en-US">
              <a:solidFill>
                <a:prstClr val="white">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804" name="Title 1"/>
          <p:cNvSpPr>
            <a:spLocks noGrp="1"/>
          </p:cNvSpPr>
          <p:nvPr>
            <p:ph type="title"/>
          </p:nvPr>
        </p:nvSpPr>
        <p:spPr/>
        <p:txBody>
          <a:bodyPr/>
          <a:lstStyle/>
          <a:p>
            <a:r>
              <a:rPr lang="en-US"/>
              <a:t>Click to edit Master title style</a:t>
            </a:r>
          </a:p>
        </p:txBody>
      </p:sp>
      <p:sp>
        <p:nvSpPr>
          <p:cNvPr id="1048805" name="Date Placeholder 2"/>
          <p:cNvSpPr>
            <a:spLocks noGrp="1"/>
          </p:cNvSpPr>
          <p:nvPr>
            <p:ph type="dt" sz="half" idx="10"/>
          </p:nvPr>
        </p:nvSpPr>
        <p:spPr/>
        <p:txBody>
          <a:bodyPr/>
          <a:lstStyle/>
          <a:p>
            <a:fld id="{1ADCA358-5B85-408B-8104-ECAD3963121C}" type="datetimeFigureOut">
              <a:rPr lang="en-US" smtClean="0">
                <a:solidFill>
                  <a:prstClr val="white">
                    <a:tint val="75000"/>
                  </a:prstClr>
                </a:solidFill>
              </a:rPr>
              <a:t>6/2/2026</a:t>
            </a:fld>
            <a:endParaRPr lang="en-US">
              <a:solidFill>
                <a:prstClr val="white">
                  <a:tint val="75000"/>
                </a:prstClr>
              </a:solidFill>
            </a:endParaRPr>
          </a:p>
        </p:txBody>
      </p:sp>
      <p:sp>
        <p:nvSpPr>
          <p:cNvPr id="1048806" name="Footer Placeholder 3"/>
          <p:cNvSpPr>
            <a:spLocks noGrp="1"/>
          </p:cNvSpPr>
          <p:nvPr>
            <p:ph type="ftr" sz="quarter" idx="11"/>
          </p:nvPr>
        </p:nvSpPr>
        <p:spPr/>
        <p:txBody>
          <a:bodyPr/>
          <a:lstStyle/>
          <a:p>
            <a:endParaRPr lang="en-US">
              <a:solidFill>
                <a:prstClr val="white">
                  <a:tint val="75000"/>
                </a:prstClr>
              </a:solidFill>
            </a:endParaRPr>
          </a:p>
        </p:txBody>
      </p:sp>
      <p:sp>
        <p:nvSpPr>
          <p:cNvPr id="1048807" name="Slide Number Placeholder 4"/>
          <p:cNvSpPr>
            <a:spLocks noGrp="1"/>
          </p:cNvSpPr>
          <p:nvPr>
            <p:ph type="sldNum" sz="quarter" idx="12"/>
          </p:nvPr>
        </p:nvSpPr>
        <p:spPr/>
        <p:txBody>
          <a:bodyPr/>
          <a:lstStyle/>
          <a:p>
            <a:fld id="{D71199A3-966C-47D6-BF56-3B733E231D4D}" type="slidenum">
              <a:rPr lang="en-US" smtClean="0">
                <a:solidFill>
                  <a:prstClr val="white">
                    <a:tint val="75000"/>
                  </a:prstClr>
                </a:solidFill>
              </a:rPr>
              <a:t>‹#›</a:t>
            </a:fld>
            <a:endParaRPr lang="en-US">
              <a:solidFill>
                <a:prstClr val="white">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66" name="Date Placeholder 1"/>
          <p:cNvSpPr>
            <a:spLocks noGrp="1"/>
          </p:cNvSpPr>
          <p:nvPr>
            <p:ph type="dt" sz="half" idx="10"/>
          </p:nvPr>
        </p:nvSpPr>
        <p:spPr/>
        <p:txBody>
          <a:bodyPr/>
          <a:lstStyle/>
          <a:p>
            <a:fld id="{1ADCA358-5B85-408B-8104-ECAD3963121C}" type="datetimeFigureOut">
              <a:rPr lang="en-US" smtClean="0">
                <a:solidFill>
                  <a:prstClr val="white">
                    <a:tint val="75000"/>
                  </a:prstClr>
                </a:solidFill>
              </a:rPr>
              <a:t>6/2/2026</a:t>
            </a:fld>
            <a:endParaRPr lang="en-US">
              <a:solidFill>
                <a:prstClr val="white">
                  <a:tint val="75000"/>
                </a:prstClr>
              </a:solidFill>
            </a:endParaRPr>
          </a:p>
        </p:txBody>
      </p:sp>
      <p:sp>
        <p:nvSpPr>
          <p:cNvPr id="1048767" name="Footer Placeholder 2"/>
          <p:cNvSpPr>
            <a:spLocks noGrp="1"/>
          </p:cNvSpPr>
          <p:nvPr>
            <p:ph type="ftr" sz="quarter" idx="11"/>
          </p:nvPr>
        </p:nvSpPr>
        <p:spPr/>
        <p:txBody>
          <a:bodyPr/>
          <a:lstStyle/>
          <a:p>
            <a:endParaRPr lang="en-US">
              <a:solidFill>
                <a:prstClr val="white">
                  <a:tint val="75000"/>
                </a:prstClr>
              </a:solidFill>
            </a:endParaRPr>
          </a:p>
        </p:txBody>
      </p:sp>
      <p:sp>
        <p:nvSpPr>
          <p:cNvPr id="1048768" name="Slide Number Placeholder 3"/>
          <p:cNvSpPr>
            <a:spLocks noGrp="1"/>
          </p:cNvSpPr>
          <p:nvPr>
            <p:ph type="sldNum" sz="quarter" idx="12"/>
          </p:nvPr>
        </p:nvSpPr>
        <p:spPr/>
        <p:txBody>
          <a:bodyPr/>
          <a:lstStyle/>
          <a:p>
            <a:fld id="{D71199A3-966C-47D6-BF56-3B733E231D4D}" type="slidenum">
              <a:rPr lang="en-US" smtClean="0">
                <a:solidFill>
                  <a:prstClr val="white">
                    <a:tint val="75000"/>
                  </a:prstClr>
                </a:solidFill>
              </a:rPr>
              <a:t>‹#›</a:t>
            </a:fld>
            <a:endParaRPr lang="en-US">
              <a:solidFill>
                <a:prstClr val="white">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98"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1048799" name="Content Placeholder 2"/>
          <p:cNvSpPr>
            <a:spLocks noGrp="1"/>
          </p:cNvSpPr>
          <p:nvPr>
            <p:ph idx="1"/>
          </p:nvPr>
        </p:nvSpPr>
        <p:spPr>
          <a:xfrm>
            <a:off x="3575051" y="273056"/>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0" name="Text Placeholder 3"/>
          <p:cNvSpPr>
            <a:spLocks noGrp="1"/>
          </p:cNvSpPr>
          <p:nvPr>
            <p:ph type="body" sz="half" idx="2"/>
          </p:nvPr>
        </p:nvSpPr>
        <p:spPr>
          <a:xfrm>
            <a:off x="457200"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801" name="Date Placeholder 4"/>
          <p:cNvSpPr>
            <a:spLocks noGrp="1"/>
          </p:cNvSpPr>
          <p:nvPr>
            <p:ph type="dt" sz="half" idx="10"/>
          </p:nvPr>
        </p:nvSpPr>
        <p:spPr/>
        <p:txBody>
          <a:bodyPr/>
          <a:lstStyle/>
          <a:p>
            <a:fld id="{1ADCA358-5B85-408B-8104-ECAD3963121C}" type="datetimeFigureOut">
              <a:rPr lang="en-US" smtClean="0">
                <a:solidFill>
                  <a:prstClr val="white">
                    <a:tint val="75000"/>
                  </a:prstClr>
                </a:solidFill>
              </a:rPr>
              <a:t>6/2/2026</a:t>
            </a:fld>
            <a:endParaRPr lang="en-US">
              <a:solidFill>
                <a:prstClr val="white">
                  <a:tint val="75000"/>
                </a:prstClr>
              </a:solidFill>
            </a:endParaRPr>
          </a:p>
        </p:txBody>
      </p:sp>
      <p:sp>
        <p:nvSpPr>
          <p:cNvPr id="1048802" name="Footer Placeholder 5"/>
          <p:cNvSpPr>
            <a:spLocks noGrp="1"/>
          </p:cNvSpPr>
          <p:nvPr>
            <p:ph type="ftr" sz="quarter" idx="11"/>
          </p:nvPr>
        </p:nvSpPr>
        <p:spPr/>
        <p:txBody>
          <a:bodyPr/>
          <a:lstStyle/>
          <a:p>
            <a:endParaRPr lang="en-US">
              <a:solidFill>
                <a:prstClr val="white">
                  <a:tint val="75000"/>
                </a:prstClr>
              </a:solidFill>
            </a:endParaRPr>
          </a:p>
        </p:txBody>
      </p:sp>
      <p:sp>
        <p:nvSpPr>
          <p:cNvPr id="1048803" name="Slide Number Placeholder 6"/>
          <p:cNvSpPr>
            <a:spLocks noGrp="1"/>
          </p:cNvSpPr>
          <p:nvPr>
            <p:ph type="sldNum" sz="quarter" idx="12"/>
          </p:nvPr>
        </p:nvSpPr>
        <p:spPr/>
        <p:txBody>
          <a:bodyPr/>
          <a:lstStyle/>
          <a:p>
            <a:fld id="{D71199A3-966C-47D6-BF56-3B733E231D4D}" type="slidenum">
              <a:rPr lang="en-US" smtClean="0">
                <a:solidFill>
                  <a:prstClr val="white">
                    <a:tint val="75000"/>
                  </a:prstClr>
                </a:solidFill>
              </a:rPr>
              <a:t>‹#›</a:t>
            </a:fld>
            <a:endParaRPr lang="en-US">
              <a:solidFill>
                <a:prstClr val="white">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818"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1048819"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20"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821" name="Date Placeholder 4"/>
          <p:cNvSpPr>
            <a:spLocks noGrp="1"/>
          </p:cNvSpPr>
          <p:nvPr>
            <p:ph type="dt" sz="half" idx="10"/>
          </p:nvPr>
        </p:nvSpPr>
        <p:spPr/>
        <p:txBody>
          <a:bodyPr/>
          <a:lstStyle/>
          <a:p>
            <a:fld id="{1ADCA358-5B85-408B-8104-ECAD3963121C}" type="datetimeFigureOut">
              <a:rPr lang="en-US" smtClean="0">
                <a:solidFill>
                  <a:prstClr val="white">
                    <a:tint val="75000"/>
                  </a:prstClr>
                </a:solidFill>
              </a:rPr>
              <a:t>6/2/2026</a:t>
            </a:fld>
            <a:endParaRPr lang="en-US">
              <a:solidFill>
                <a:prstClr val="white">
                  <a:tint val="75000"/>
                </a:prstClr>
              </a:solidFill>
            </a:endParaRPr>
          </a:p>
        </p:txBody>
      </p:sp>
      <p:sp>
        <p:nvSpPr>
          <p:cNvPr id="1048822" name="Footer Placeholder 5"/>
          <p:cNvSpPr>
            <a:spLocks noGrp="1"/>
          </p:cNvSpPr>
          <p:nvPr>
            <p:ph type="ftr" sz="quarter" idx="11"/>
          </p:nvPr>
        </p:nvSpPr>
        <p:spPr/>
        <p:txBody>
          <a:bodyPr/>
          <a:lstStyle/>
          <a:p>
            <a:endParaRPr lang="en-US">
              <a:solidFill>
                <a:prstClr val="white">
                  <a:tint val="75000"/>
                </a:prstClr>
              </a:solidFill>
            </a:endParaRPr>
          </a:p>
        </p:txBody>
      </p:sp>
      <p:sp>
        <p:nvSpPr>
          <p:cNvPr id="1048823" name="Slide Number Placeholder 6"/>
          <p:cNvSpPr>
            <a:spLocks noGrp="1"/>
          </p:cNvSpPr>
          <p:nvPr>
            <p:ph type="sldNum" sz="quarter" idx="12"/>
          </p:nvPr>
        </p:nvSpPr>
        <p:spPr/>
        <p:txBody>
          <a:bodyPr/>
          <a:lstStyle/>
          <a:p>
            <a:fld id="{D71199A3-966C-47D6-BF56-3B733E231D4D}" type="slidenum">
              <a:rPr lang="en-US" smtClean="0">
                <a:solidFill>
                  <a:prstClr val="white">
                    <a:tint val="75000"/>
                  </a:prstClr>
                </a:solidFill>
              </a:rPr>
              <a:t>‹#›</a:t>
            </a:fld>
            <a:endParaRPr lang="en-US">
              <a:solidFill>
                <a:prstClr val="white">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74" name="Title 1"/>
          <p:cNvSpPr>
            <a:spLocks noGrp="1"/>
          </p:cNvSpPr>
          <p:nvPr>
            <p:ph type="title"/>
          </p:nvPr>
        </p:nvSpPr>
        <p:spPr/>
        <p:txBody>
          <a:bodyPr/>
          <a:lstStyle/>
          <a:p>
            <a:r>
              <a:rPr lang="en-US"/>
              <a:t>Click to edit Master title style</a:t>
            </a:r>
          </a:p>
        </p:txBody>
      </p:sp>
      <p:sp>
        <p:nvSpPr>
          <p:cNvPr id="1048775"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6" name="Date Placeholder 3"/>
          <p:cNvSpPr>
            <a:spLocks noGrp="1"/>
          </p:cNvSpPr>
          <p:nvPr>
            <p:ph type="dt" sz="half" idx="10"/>
          </p:nvPr>
        </p:nvSpPr>
        <p:spPr/>
        <p:txBody>
          <a:bodyPr/>
          <a:lstStyle/>
          <a:p>
            <a:fld id="{1ADCA358-5B85-408B-8104-ECAD3963121C}" type="datetimeFigureOut">
              <a:rPr lang="en-US" smtClean="0">
                <a:solidFill>
                  <a:prstClr val="white">
                    <a:tint val="75000"/>
                  </a:prstClr>
                </a:solidFill>
              </a:rPr>
              <a:t>6/2/2026</a:t>
            </a:fld>
            <a:endParaRPr lang="en-US">
              <a:solidFill>
                <a:prstClr val="white">
                  <a:tint val="75000"/>
                </a:prstClr>
              </a:solidFill>
            </a:endParaRPr>
          </a:p>
        </p:txBody>
      </p:sp>
      <p:sp>
        <p:nvSpPr>
          <p:cNvPr id="1048777" name="Footer Placeholder 4"/>
          <p:cNvSpPr>
            <a:spLocks noGrp="1"/>
          </p:cNvSpPr>
          <p:nvPr>
            <p:ph type="ftr" sz="quarter" idx="11"/>
          </p:nvPr>
        </p:nvSpPr>
        <p:spPr/>
        <p:txBody>
          <a:bodyPr/>
          <a:lstStyle/>
          <a:p>
            <a:endParaRPr lang="en-US">
              <a:solidFill>
                <a:prstClr val="white">
                  <a:tint val="75000"/>
                </a:prstClr>
              </a:solidFill>
            </a:endParaRPr>
          </a:p>
        </p:txBody>
      </p:sp>
      <p:sp>
        <p:nvSpPr>
          <p:cNvPr id="1048778" name="Slide Number Placeholder 5"/>
          <p:cNvSpPr>
            <a:spLocks noGrp="1"/>
          </p:cNvSpPr>
          <p:nvPr>
            <p:ph type="sldNum" sz="quarter" idx="12"/>
          </p:nvPr>
        </p:nvSpPr>
        <p:spPr/>
        <p:txBody>
          <a:bodyPr/>
          <a:lstStyle/>
          <a:p>
            <a:fld id="{D71199A3-966C-47D6-BF56-3B733E231D4D}" type="slidenum">
              <a:rPr lang="en-US" smtClean="0">
                <a:solidFill>
                  <a:prstClr val="white">
                    <a:tint val="75000"/>
                  </a:prstClr>
                </a:solidFill>
              </a:rPr>
              <a:t>‹#›</a:t>
            </a:fld>
            <a:endParaRPr lang="en-US">
              <a:solidFill>
                <a:prstClr val="white">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79" name="Vertical Title 1"/>
          <p:cNvSpPr>
            <a:spLocks noGrp="1"/>
          </p:cNvSpPr>
          <p:nvPr>
            <p:ph type="title" orient="vert"/>
          </p:nvPr>
        </p:nvSpPr>
        <p:spPr>
          <a:xfrm>
            <a:off x="6629400" y="274644"/>
            <a:ext cx="2057400" cy="5851525"/>
          </a:xfrm>
        </p:spPr>
        <p:txBody>
          <a:bodyPr vert="eaVert"/>
          <a:lstStyle/>
          <a:p>
            <a:r>
              <a:rPr lang="en-US"/>
              <a:t>Click to edit Master title style</a:t>
            </a:r>
          </a:p>
        </p:txBody>
      </p:sp>
      <p:sp>
        <p:nvSpPr>
          <p:cNvPr id="1048780" name="Vertical Text Placeholder 2"/>
          <p:cNvSpPr>
            <a:spLocks noGrp="1"/>
          </p:cNvSpPr>
          <p:nvPr>
            <p:ph type="body" orient="vert" idx="1"/>
          </p:nvPr>
        </p:nvSpPr>
        <p:spPr>
          <a:xfrm>
            <a:off x="457200" y="274644"/>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81" name="Date Placeholder 3"/>
          <p:cNvSpPr>
            <a:spLocks noGrp="1"/>
          </p:cNvSpPr>
          <p:nvPr>
            <p:ph type="dt" sz="half" idx="10"/>
          </p:nvPr>
        </p:nvSpPr>
        <p:spPr/>
        <p:txBody>
          <a:bodyPr/>
          <a:lstStyle/>
          <a:p>
            <a:fld id="{1ADCA358-5B85-408B-8104-ECAD3963121C}" type="datetimeFigureOut">
              <a:rPr lang="en-US" smtClean="0">
                <a:solidFill>
                  <a:prstClr val="white">
                    <a:tint val="75000"/>
                  </a:prstClr>
                </a:solidFill>
              </a:rPr>
              <a:t>6/2/2026</a:t>
            </a:fld>
            <a:endParaRPr lang="en-US">
              <a:solidFill>
                <a:prstClr val="white">
                  <a:tint val="75000"/>
                </a:prstClr>
              </a:solidFill>
            </a:endParaRPr>
          </a:p>
        </p:txBody>
      </p:sp>
      <p:sp>
        <p:nvSpPr>
          <p:cNvPr id="1048782" name="Footer Placeholder 4"/>
          <p:cNvSpPr>
            <a:spLocks noGrp="1"/>
          </p:cNvSpPr>
          <p:nvPr>
            <p:ph type="ftr" sz="quarter" idx="11"/>
          </p:nvPr>
        </p:nvSpPr>
        <p:spPr/>
        <p:txBody>
          <a:bodyPr/>
          <a:lstStyle/>
          <a:p>
            <a:endParaRPr lang="en-US">
              <a:solidFill>
                <a:prstClr val="white">
                  <a:tint val="75000"/>
                </a:prstClr>
              </a:solidFill>
            </a:endParaRPr>
          </a:p>
        </p:txBody>
      </p:sp>
      <p:sp>
        <p:nvSpPr>
          <p:cNvPr id="1048783" name="Slide Number Placeholder 5"/>
          <p:cNvSpPr>
            <a:spLocks noGrp="1"/>
          </p:cNvSpPr>
          <p:nvPr>
            <p:ph type="sldNum" sz="quarter" idx="12"/>
          </p:nvPr>
        </p:nvSpPr>
        <p:spPr/>
        <p:txBody>
          <a:bodyPr/>
          <a:lstStyle/>
          <a:p>
            <a:fld id="{D71199A3-966C-47D6-BF56-3B733E231D4D}" type="slidenum">
              <a:rPr lang="en-US" smtClean="0">
                <a:solidFill>
                  <a:prstClr val="white">
                    <a:tint val="75000"/>
                  </a:prstClr>
                </a:solidFill>
              </a:rPr>
              <a:t>‹#›</a:t>
            </a:fld>
            <a:endParaRPr lang="en-US">
              <a:solidFill>
                <a:prstClr val="white">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ColTx">
  <p:cSld name="Portrait with Caption">
    <p:spTree>
      <p:nvGrpSpPr>
        <p:cNvPr id="1" name=""/>
        <p:cNvGrpSpPr/>
        <p:nvPr/>
      </p:nvGrpSpPr>
      <p:grpSpPr>
        <a:xfrm>
          <a:off x="0" y="0"/>
          <a:ext cx="0" cy="0"/>
          <a:chOff x="0" y="0"/>
          <a:chExt cx="0" cy="0"/>
        </a:xfrm>
      </p:grpSpPr>
      <p:sp>
        <p:nvSpPr>
          <p:cNvPr id="1048813" name="Rectangle 8"/>
          <p:cNvSpPr>
            <a:spLocks noGrp="1"/>
          </p:cNvSpPr>
          <p:nvPr>
            <p:ph type="pic" sz="quarter" idx="10"/>
          </p:nvPr>
        </p:nvSpPr>
        <p:spPr>
          <a:xfrm>
            <a:off x="419379" y="233241"/>
            <a:ext cx="4640305" cy="6172200"/>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588" algn="ctr" rtl="0" latinLnBrk="0">
              <a:spcBef>
                <a:spcPct val="20000"/>
              </a:spcBef>
              <a:buFontTx/>
              <a:buNone/>
              <a:defRPr sz="2400" i="0">
                <a:solidFill>
                  <a:schemeClr val="tx1"/>
                </a:solidFill>
                <a:latin typeface="+mn-lt"/>
                <a:ea typeface="+mn-ea"/>
                <a:cs typeface="+mn-cs"/>
              </a:defRPr>
            </a:lvl1pPr>
          </a:lstStyle>
          <a:p>
            <a:pPr marL="0" marR="0" indent="1588" algn="ctr" rtl="0" latinLnBrk="0">
              <a:spcBef>
                <a:spcPct val="20000"/>
              </a:spcBef>
              <a:buFontTx/>
              <a:buNone/>
            </a:pPr>
            <a:r>
              <a:rPr lang="en-US" i="0"/>
              <a:t>Drag picture to placeholder or click icon to add</a:t>
            </a:r>
            <a:endParaRPr lang="en-US" i="0" dirty="0"/>
          </a:p>
        </p:txBody>
      </p:sp>
      <p:sp>
        <p:nvSpPr>
          <p:cNvPr id="1048814" name="Rectangle 6"/>
          <p:cNvSpPr>
            <a:spLocks noGrp="1"/>
          </p:cNvSpPr>
          <p:nvPr>
            <p:ph type="body" sz="quarter" idx="11" hasCustomPrompt="1"/>
          </p:nvPr>
        </p:nvSpPr>
        <p:spPr>
          <a:xfrm>
            <a:off x="5257800" y="3048000"/>
            <a:ext cx="3505200" cy="3352800"/>
          </a:xfrm>
        </p:spPr>
        <p:txBody>
          <a:bodyPr tIns="91440" bIns="91440" anchor="b" anchorCtr="0">
            <a:noAutofit/>
          </a:bodyPr>
          <a:lstStyle>
            <a:lvl1pPr marL="0" marR="0" indent="0" algn="l" rtl="0" latinLnBrk="0">
              <a:spcBef>
                <a:spcPct val="20000"/>
              </a:spcBef>
              <a:buFontTx/>
              <a:buNone/>
              <a:defRPr sz="1800" i="0" baseline="0">
                <a:solidFill>
                  <a:schemeClr val="tx1"/>
                </a:solidFill>
                <a:latin typeface="+mn-lt"/>
                <a:ea typeface="+mn-ea"/>
                <a:cs typeface="+mn-cs"/>
              </a:defRPr>
            </a:lvl1pPr>
          </a:lstStyle>
          <a:p>
            <a:pPr lvl="0"/>
            <a:r>
              <a:rPr lang="en-US" dirty="0"/>
              <a:t>Click to add caption</a:t>
            </a:r>
          </a:p>
        </p:txBody>
      </p:sp>
      <p:sp>
        <p:nvSpPr>
          <p:cNvPr id="1048815" name="Rectangle 3"/>
          <p:cNvSpPr>
            <a:spLocks noGrp="1"/>
          </p:cNvSpPr>
          <p:nvPr>
            <p:ph type="dt" sz="half" idx="12"/>
          </p:nvPr>
        </p:nvSpPr>
        <p:spPr/>
        <p:txBody>
          <a:bodyPr/>
          <a:lstStyle/>
          <a:p>
            <a:fld id="{F30C84A2-23CF-44F5-B813-5187ED5C7D1C}" type="datetimeFigureOut">
              <a:rPr lang="en-US" smtClean="0">
                <a:solidFill>
                  <a:srgbClr val="EEECE1"/>
                </a:solidFill>
              </a:rPr>
              <a:t>6/2/2026</a:t>
            </a:fld>
            <a:endParaRPr lang="en-US" dirty="0">
              <a:solidFill>
                <a:prstClr val="white">
                  <a:tint val="75000"/>
                </a:prstClr>
              </a:solidFill>
            </a:endParaRPr>
          </a:p>
        </p:txBody>
      </p:sp>
      <p:sp>
        <p:nvSpPr>
          <p:cNvPr id="1048816" name="Rectangle 4"/>
          <p:cNvSpPr>
            <a:spLocks noGrp="1"/>
          </p:cNvSpPr>
          <p:nvPr>
            <p:ph type="sldNum" sz="quarter" idx="13"/>
          </p:nvPr>
        </p:nvSpPr>
        <p:spPr/>
        <p:txBody>
          <a:bodyPr/>
          <a:lstStyle/>
          <a:p>
            <a:fld id="{F99EC173-99AE-4773-AB25-02E469A13EAE}" type="slidenum">
              <a:rPr lang="en-US" smtClean="0">
                <a:solidFill>
                  <a:srgbClr val="EEECE1"/>
                </a:solidFill>
              </a:rPr>
              <a:t>‹#›</a:t>
            </a:fld>
            <a:endParaRPr lang="en-US" dirty="0">
              <a:solidFill>
                <a:prstClr val="white">
                  <a:tint val="75000"/>
                </a:prstClr>
              </a:solidFill>
            </a:endParaRPr>
          </a:p>
        </p:txBody>
      </p:sp>
      <p:sp>
        <p:nvSpPr>
          <p:cNvPr id="1048817" name="Rectangle 5"/>
          <p:cNvSpPr>
            <a:spLocks noGrp="1"/>
          </p:cNvSpPr>
          <p:nvPr>
            <p:ph type="ftr" sz="quarter" idx="14"/>
          </p:nvPr>
        </p:nvSpPr>
        <p:spPr/>
        <p:txBody>
          <a:bodyPr/>
          <a:lstStyle/>
          <a:p>
            <a:endParaRPr lang="en-US" dirty="0">
              <a:solidFill>
                <a:prstClr val="white">
                  <a:tint val="75000"/>
                </a:prstClr>
              </a:solidFill>
            </a:endParaRPr>
          </a:p>
        </p:txBody>
      </p:sp>
    </p:spTree>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2097237" name="Picture 2"/>
          <p:cNvPicPr>
            <a:picLocks noChangeAspect="1" noChangeArrowheads="1"/>
          </p:cNvPicPr>
          <p:nvPr userDrawn="1"/>
        </p:nvPicPr>
        <p:blipFill rotWithShape="1">
          <a:blip r:embed="rId2"/>
          <a:srcRect l="35615" t="22916" r="17754" b="15453"/>
          <a:stretch>
            <a:fillRect/>
          </a:stretch>
        </p:blipFill>
        <p:spPr bwMode="auto">
          <a:xfrm>
            <a:off x="-1" y="-28276"/>
            <a:ext cx="9144001" cy="6886276"/>
          </a:xfrm>
          <a:prstGeom prst="rect">
            <a:avLst/>
          </a:prstGeom>
          <a:noFill/>
          <a:ln>
            <a:noFill/>
          </a:ln>
          <a:effectLst/>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Album Cover">
    <p:spTree>
      <p:nvGrpSpPr>
        <p:cNvPr id="1" name=""/>
        <p:cNvGrpSpPr/>
        <p:nvPr/>
      </p:nvGrpSpPr>
      <p:grpSpPr>
        <a:xfrm>
          <a:off x="0" y="0"/>
          <a:ext cx="0" cy="0"/>
          <a:chOff x="0" y="0"/>
          <a:chExt cx="0" cy="0"/>
        </a:xfrm>
      </p:grpSpPr>
      <p:sp>
        <p:nvSpPr>
          <p:cNvPr id="1048658" name="Rectangle 7"/>
          <p:cNvSpPr>
            <a:spLocks noGrp="1"/>
          </p:cNvSpPr>
          <p:nvPr>
            <p:ph type="title" hasCustomPrompt="1"/>
          </p:nvPr>
        </p:nvSpPr>
        <p:spPr>
          <a:xfrm>
            <a:off x="228605" y="3962400"/>
            <a:ext cx="8298485" cy="1066800"/>
          </a:xfrm>
        </p:spPr>
        <p:txBody>
          <a:bodyPr bIns="0"/>
          <a:lstStyle>
            <a:lvl1pPr algn="r">
              <a:defRPr lang="en-US" dirty="0"/>
            </a:lvl1pPr>
          </a:lstStyle>
          <a:p>
            <a:r>
              <a:rPr lang="en-US" dirty="0"/>
              <a:t>Click to add photo album title</a:t>
            </a:r>
          </a:p>
        </p:txBody>
      </p:sp>
      <p:sp>
        <p:nvSpPr>
          <p:cNvPr id="1048659" name="Rectangle 7"/>
          <p:cNvSpPr/>
          <p:nvPr/>
        </p:nvSpPr>
        <p:spPr>
          <a:xfrm>
            <a:off x="453736" y="5181600"/>
            <a:ext cx="8229600" cy="1143000"/>
          </a:xfrm>
          <a:prstGeom prst="rect">
            <a:avLst/>
          </a:prstGeom>
        </p:spPr>
        <p:txBody>
          <a:bodyPr vert="horz" anchor="ctr">
            <a:normAutofit/>
          </a:bodyPr>
          <a:lstStyle/>
          <a:p>
            <a:pPr algn="ctr">
              <a:spcBef>
                <a:spcPct val="0"/>
              </a:spcBef>
            </a:pPr>
            <a:endParaRPr lang="en-US" sz="3200" i="1" kern="0" dirty="0">
              <a:solidFill>
                <a:prstClr val="white"/>
              </a:solidFill>
            </a:endParaRPr>
          </a:p>
        </p:txBody>
      </p:sp>
      <p:sp>
        <p:nvSpPr>
          <p:cNvPr id="1048660" name="Rectangle 7"/>
          <p:cNvSpPr>
            <a:spLocks noGrp="1"/>
          </p:cNvSpPr>
          <p:nvPr>
            <p:ph type="body" sz="quarter" idx="10" hasCustomPrompt="1"/>
          </p:nvPr>
        </p:nvSpPr>
        <p:spPr>
          <a:xfrm>
            <a:off x="2133600" y="5133975"/>
            <a:ext cx="6386946" cy="1219200"/>
          </a:xfrm>
        </p:spPr>
        <p:txBody>
          <a:bodyPr vert="horz" tIns="0" anchor="t" anchorCtr="0">
            <a:noAutofit/>
          </a:bodyPr>
          <a:lstStyle>
            <a:lvl1pPr marL="0" marR="0" indent="0" algn="r" rtl="0" latinLnBrk="0">
              <a:spcBef>
                <a:spcPct val="20000"/>
              </a:spcBef>
              <a:buFontTx/>
              <a:buNone/>
              <a:defRPr sz="1800" i="0" baseline="0">
                <a:solidFill>
                  <a:schemeClr val="tx1"/>
                </a:solidFill>
                <a:latin typeface="+mn-lt"/>
                <a:ea typeface="+mn-ea"/>
                <a:cs typeface="+mn-cs"/>
              </a:defRPr>
            </a:lvl1pPr>
          </a:lstStyle>
          <a:p>
            <a:pPr lvl="0"/>
            <a:r>
              <a:rPr lang="en-US" dirty="0"/>
              <a:t>Click to add date and other details</a:t>
            </a:r>
          </a:p>
        </p:txBody>
      </p:sp>
      <p:sp>
        <p:nvSpPr>
          <p:cNvPr id="1048661" name="Rectangle 6"/>
          <p:cNvSpPr>
            <a:spLocks noGrp="1"/>
          </p:cNvSpPr>
          <p:nvPr>
            <p:ph type="pic" sz="quarter" idx="11"/>
          </p:nvPr>
        </p:nvSpPr>
        <p:spPr>
          <a:xfrm>
            <a:off x="6096000" y="1600200"/>
            <a:ext cx="2286000" cy="2286000"/>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vert="horz"/>
          <a:lstStyle/>
          <a:p>
            <a:pPr algn="ctr">
              <a:buFontTx/>
              <a:buNone/>
            </a:pPr>
            <a:r>
              <a:rPr lang="en-US" sz="2000"/>
              <a:t>Drag picture to placeholder or click icon to add</a:t>
            </a:r>
            <a:endParaRPr lang="en-US" sz="2000" dirty="0"/>
          </a:p>
        </p:txBody>
      </p:sp>
      <p:sp>
        <p:nvSpPr>
          <p:cNvPr id="1048662" name="Rectangle 5"/>
          <p:cNvSpPr/>
          <p:nvPr userDrawn="1"/>
        </p:nvSpPr>
        <p:spPr>
          <a:xfrm>
            <a:off x="176844" y="186904"/>
            <a:ext cx="8763000" cy="6213896"/>
          </a:xfrm>
          <a:prstGeom prst="rect">
            <a:avLst/>
          </a:prstGeom>
          <a:noFill/>
          <a:ln w="9525" cap="rnd" cmpd="sng" algn="ctr">
            <a:solidFill>
              <a:schemeClr val="bg1">
                <a:tint val="85000"/>
              </a:schemeClr>
            </a:solidFill>
            <a:prstDash val="dash"/>
          </a:ln>
          <a:effectLst>
            <a:outerShdw blurRad="25400" dist="12700" dir="5400000" algn="tl" rotWithShape="0">
              <a:schemeClr val="bg1">
                <a:alpha val="60000"/>
              </a:scheme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1048663" name="Rectangle 10"/>
          <p:cNvSpPr>
            <a:spLocks noGrp="1"/>
          </p:cNvSpPr>
          <p:nvPr>
            <p:ph type="dt" sz="half" idx="12"/>
          </p:nvPr>
        </p:nvSpPr>
        <p:spPr/>
        <p:txBody>
          <a:bodyPr/>
          <a:lstStyle/>
          <a:p>
            <a:fld id="{F30C84A2-23CF-44F5-B813-5187ED5C7D1C}" type="datetimeFigureOut">
              <a:rPr lang="en-US" smtClean="0">
                <a:solidFill>
                  <a:srgbClr val="EEECE1"/>
                </a:solidFill>
              </a:rPr>
              <a:t>6/2/2026</a:t>
            </a:fld>
            <a:endParaRPr lang="en-US" dirty="0">
              <a:solidFill>
                <a:prstClr val="white">
                  <a:tint val="75000"/>
                </a:prstClr>
              </a:solidFill>
            </a:endParaRPr>
          </a:p>
        </p:txBody>
      </p:sp>
      <p:sp>
        <p:nvSpPr>
          <p:cNvPr id="1048664" name="Rectangle 11"/>
          <p:cNvSpPr>
            <a:spLocks noGrp="1"/>
          </p:cNvSpPr>
          <p:nvPr>
            <p:ph type="sldNum" sz="quarter" idx="13"/>
          </p:nvPr>
        </p:nvSpPr>
        <p:spPr/>
        <p:txBody>
          <a:bodyPr/>
          <a:lstStyle/>
          <a:p>
            <a:fld id="{F99EC173-99AE-4773-AB25-02E469A13EAE}" type="slidenum">
              <a:rPr lang="en-US" smtClean="0">
                <a:solidFill>
                  <a:srgbClr val="EEECE1"/>
                </a:solidFill>
              </a:rPr>
              <a:t>‹#›</a:t>
            </a:fld>
            <a:endParaRPr lang="en-US" dirty="0">
              <a:solidFill>
                <a:prstClr val="white">
                  <a:tint val="75000"/>
                </a:prstClr>
              </a:solidFill>
            </a:endParaRPr>
          </a:p>
        </p:txBody>
      </p:sp>
      <p:sp>
        <p:nvSpPr>
          <p:cNvPr id="1048665" name="Rectangle 12"/>
          <p:cNvSpPr>
            <a:spLocks noGrp="1"/>
          </p:cNvSpPr>
          <p:nvPr>
            <p:ph type="ftr" sz="quarter" idx="14"/>
          </p:nvPr>
        </p:nvSpPr>
        <p:spPr/>
        <p:txBody>
          <a:bodyPr/>
          <a:lstStyle/>
          <a:p>
            <a:endParaRPr lang="en-US" dirty="0">
              <a:solidFill>
                <a:prstClr val="white">
                  <a:tint val="75000"/>
                </a:prstClr>
              </a:solidFill>
            </a:endParaRPr>
          </a:p>
        </p:txBody>
      </p:sp>
    </p:spTree>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Album Section">
    <p:spTree>
      <p:nvGrpSpPr>
        <p:cNvPr id="1" name=""/>
        <p:cNvGrpSpPr/>
        <p:nvPr/>
      </p:nvGrpSpPr>
      <p:grpSpPr>
        <a:xfrm>
          <a:off x="0" y="0"/>
          <a:ext cx="0" cy="0"/>
          <a:chOff x="0" y="0"/>
          <a:chExt cx="0" cy="0"/>
        </a:xfrm>
      </p:grpSpPr>
      <p:sp>
        <p:nvSpPr>
          <p:cNvPr id="1048790" name="Rectangle 2"/>
          <p:cNvSpPr>
            <a:spLocks noGrp="1"/>
          </p:cNvSpPr>
          <p:nvPr>
            <p:ph type="title" hasCustomPrompt="1"/>
          </p:nvPr>
        </p:nvSpPr>
        <p:spPr>
          <a:xfrm>
            <a:off x="752670" y="4572000"/>
            <a:ext cx="7781730" cy="990600"/>
          </a:xfrm>
        </p:spPr>
        <p:txBody>
          <a:bodyPr vert="horz" bIns="0" anchor="b" anchorCtr="0"/>
          <a:lstStyle>
            <a:lvl1pPr>
              <a:defRPr baseline="0"/>
            </a:lvl1pPr>
          </a:lstStyle>
          <a:p>
            <a:r>
              <a:rPr lang="en-US" dirty="0"/>
              <a:t>Click to add section title</a:t>
            </a:r>
          </a:p>
        </p:txBody>
      </p:sp>
      <p:sp>
        <p:nvSpPr>
          <p:cNvPr id="1048791" name="Rectangle 11"/>
          <p:cNvSpPr>
            <a:spLocks noGrp="1"/>
          </p:cNvSpPr>
          <p:nvPr>
            <p:ph type="body" sz="quarter" idx="14" hasCustomPrompt="1"/>
          </p:nvPr>
        </p:nvSpPr>
        <p:spPr>
          <a:xfrm>
            <a:off x="752670" y="5600700"/>
            <a:ext cx="7772400" cy="838200"/>
          </a:xfrm>
        </p:spPr>
        <p:txBody>
          <a:bodyPr vert="horz" tIns="0"/>
          <a:lstStyle>
            <a:lvl1pPr>
              <a:buFontTx/>
              <a:buNone/>
              <a:defRPr sz="1800"/>
            </a:lvl1pPr>
          </a:lstStyle>
          <a:p>
            <a:pPr lvl="0"/>
            <a:r>
              <a:rPr lang="en-US" dirty="0"/>
              <a:t>Click to add subtitle</a:t>
            </a:r>
          </a:p>
        </p:txBody>
      </p:sp>
      <p:sp>
        <p:nvSpPr>
          <p:cNvPr id="1048792" name="Rectangle 6"/>
          <p:cNvSpPr>
            <a:spLocks noGrp="1"/>
          </p:cNvSpPr>
          <p:nvPr>
            <p:ph type="pic" sz="quarter" idx="11"/>
          </p:nvPr>
        </p:nvSpPr>
        <p:spPr>
          <a:xfrm>
            <a:off x="786338" y="2140695"/>
            <a:ext cx="2286000" cy="2286000"/>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vert="horz"/>
          <a:lstStyle/>
          <a:p>
            <a:pPr algn="ctr">
              <a:buFontTx/>
              <a:buNone/>
            </a:pPr>
            <a:r>
              <a:rPr lang="en-US" sz="2000"/>
              <a:t>Drag picture to placeholder or click icon to add</a:t>
            </a:r>
            <a:endParaRPr lang="en-US" sz="2000" dirty="0"/>
          </a:p>
        </p:txBody>
      </p:sp>
      <p:sp>
        <p:nvSpPr>
          <p:cNvPr id="1048793" name="Rectangle 6"/>
          <p:cNvSpPr>
            <a:spLocks noGrp="1"/>
          </p:cNvSpPr>
          <p:nvPr>
            <p:ph type="pic" sz="quarter" idx="15"/>
          </p:nvPr>
        </p:nvSpPr>
        <p:spPr>
          <a:xfrm>
            <a:off x="3474604" y="2140695"/>
            <a:ext cx="2286000" cy="2286000"/>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vert="horz"/>
          <a:lstStyle/>
          <a:p>
            <a:pPr algn="ctr">
              <a:buFontTx/>
              <a:buNone/>
            </a:pPr>
            <a:r>
              <a:rPr lang="en-US" sz="2000"/>
              <a:t>Drag picture to placeholder or click icon to add</a:t>
            </a:r>
            <a:endParaRPr lang="en-US" sz="2000" dirty="0"/>
          </a:p>
        </p:txBody>
      </p:sp>
      <p:sp>
        <p:nvSpPr>
          <p:cNvPr id="1048794" name="Rectangle 6"/>
          <p:cNvSpPr>
            <a:spLocks noGrp="1"/>
          </p:cNvSpPr>
          <p:nvPr>
            <p:ph type="pic" sz="quarter" idx="16"/>
          </p:nvPr>
        </p:nvSpPr>
        <p:spPr>
          <a:xfrm>
            <a:off x="6162870" y="2140695"/>
            <a:ext cx="2286000" cy="2286000"/>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vert="horz"/>
          <a:lstStyle/>
          <a:p>
            <a:pPr algn="ctr">
              <a:buFontTx/>
              <a:buNone/>
            </a:pPr>
            <a:r>
              <a:rPr lang="en-US" sz="2000"/>
              <a:t>Drag picture to placeholder or click icon to add</a:t>
            </a:r>
            <a:endParaRPr lang="en-US" sz="2000" dirty="0"/>
          </a:p>
        </p:txBody>
      </p:sp>
      <p:sp>
        <p:nvSpPr>
          <p:cNvPr id="1048795" name="Rectangle 7"/>
          <p:cNvSpPr>
            <a:spLocks noGrp="1"/>
          </p:cNvSpPr>
          <p:nvPr>
            <p:ph type="dt" sz="half" idx="17"/>
          </p:nvPr>
        </p:nvSpPr>
        <p:spPr/>
        <p:txBody>
          <a:bodyPr/>
          <a:lstStyle/>
          <a:p>
            <a:fld id="{F30C84A2-23CF-44F5-B813-5187ED5C7D1C}" type="datetimeFigureOut">
              <a:rPr lang="en-US" smtClean="0">
                <a:solidFill>
                  <a:srgbClr val="EEECE1"/>
                </a:solidFill>
              </a:rPr>
              <a:t>6/2/2026</a:t>
            </a:fld>
            <a:endParaRPr lang="en-US" dirty="0">
              <a:solidFill>
                <a:prstClr val="white">
                  <a:tint val="75000"/>
                </a:prstClr>
              </a:solidFill>
            </a:endParaRPr>
          </a:p>
        </p:txBody>
      </p:sp>
      <p:sp>
        <p:nvSpPr>
          <p:cNvPr id="1048796" name="Rectangle 8"/>
          <p:cNvSpPr>
            <a:spLocks noGrp="1"/>
          </p:cNvSpPr>
          <p:nvPr>
            <p:ph type="sldNum" sz="quarter" idx="18"/>
          </p:nvPr>
        </p:nvSpPr>
        <p:spPr/>
        <p:txBody>
          <a:bodyPr/>
          <a:lstStyle/>
          <a:p>
            <a:fld id="{F99EC173-99AE-4773-AB25-02E469A13EAE}" type="slidenum">
              <a:rPr lang="en-US" smtClean="0">
                <a:solidFill>
                  <a:srgbClr val="EEECE1"/>
                </a:solidFill>
              </a:rPr>
              <a:t>‹#›</a:t>
            </a:fld>
            <a:endParaRPr lang="en-US" dirty="0">
              <a:solidFill>
                <a:prstClr val="white">
                  <a:tint val="75000"/>
                </a:prstClr>
              </a:solidFill>
            </a:endParaRPr>
          </a:p>
        </p:txBody>
      </p:sp>
      <p:sp>
        <p:nvSpPr>
          <p:cNvPr id="1048797" name="Rectangle 9"/>
          <p:cNvSpPr>
            <a:spLocks noGrp="1"/>
          </p:cNvSpPr>
          <p:nvPr>
            <p:ph type="ftr" sz="quarter" idx="19"/>
          </p:nvPr>
        </p:nvSpPr>
        <p:spPr/>
        <p:txBody>
          <a:bodyPr/>
          <a:lstStyle/>
          <a:p>
            <a:endParaRPr lang="en-US" dirty="0">
              <a:solidFill>
                <a:prstClr val="white">
                  <a:tint val="75000"/>
                </a:prstClr>
              </a:solidFill>
            </a:endParaRPr>
          </a:p>
        </p:txBody>
      </p:sp>
    </p:spTree>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75" name="Title 1"/>
          <p:cNvSpPr>
            <a:spLocks noGrp="1"/>
          </p:cNvSpPr>
          <p:nvPr>
            <p:ph type="ctrTitle"/>
          </p:nvPr>
        </p:nvSpPr>
        <p:spPr>
          <a:xfrm>
            <a:off x="685800" y="2130431"/>
            <a:ext cx="7772400" cy="1470025"/>
          </a:xfrm>
        </p:spPr>
        <p:txBody>
          <a:bodyPr/>
          <a:lstStyle/>
          <a:p>
            <a:r>
              <a:rPr lang="en-US"/>
              <a:t>Click to edit Master title style</a:t>
            </a:r>
            <a:endParaRPr lang="en-AU"/>
          </a:p>
        </p:txBody>
      </p:sp>
      <p:sp>
        <p:nvSpPr>
          <p:cNvPr id="1048676"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AU"/>
          </a:p>
        </p:txBody>
      </p:sp>
      <p:sp>
        <p:nvSpPr>
          <p:cNvPr id="1048677" name="Date Placeholder 3"/>
          <p:cNvSpPr>
            <a:spLocks noGrp="1"/>
          </p:cNvSpPr>
          <p:nvPr>
            <p:ph type="dt" sz="half" idx="10"/>
          </p:nvPr>
        </p:nvSpPr>
        <p:spPr/>
        <p:txBody>
          <a:bodyPr/>
          <a:lstStyle/>
          <a:p>
            <a:fld id="{03F3830E-F33D-4399-BD63-9440A344CEEB}" type="datetime1">
              <a:rPr lang="en-AU" smtClean="0">
                <a:solidFill>
                  <a:prstClr val="black">
                    <a:tint val="75000"/>
                  </a:prstClr>
                </a:solidFill>
              </a:rPr>
              <a:t>2/06/2026</a:t>
            </a:fld>
            <a:endParaRPr lang="en-AU">
              <a:solidFill>
                <a:prstClr val="black">
                  <a:tint val="75000"/>
                </a:prstClr>
              </a:solidFill>
            </a:endParaRPr>
          </a:p>
        </p:txBody>
      </p:sp>
      <p:sp>
        <p:nvSpPr>
          <p:cNvPr id="1048678" name="Footer Placeholder 4"/>
          <p:cNvSpPr>
            <a:spLocks noGrp="1"/>
          </p:cNvSpPr>
          <p:nvPr>
            <p:ph type="ftr" sz="quarter" idx="11"/>
          </p:nvPr>
        </p:nvSpPr>
        <p:spPr/>
        <p:txBody>
          <a:bodyPr/>
          <a:lstStyle/>
          <a:p>
            <a:endParaRPr lang="en-AU">
              <a:solidFill>
                <a:prstClr val="black">
                  <a:tint val="75000"/>
                </a:prstClr>
              </a:solidFill>
            </a:endParaRPr>
          </a:p>
        </p:txBody>
      </p:sp>
      <p:sp>
        <p:nvSpPr>
          <p:cNvPr id="1048679" name="Slide Number Placeholder 5"/>
          <p:cNvSpPr>
            <a:spLocks noGrp="1"/>
          </p:cNvSpPr>
          <p:nvPr>
            <p:ph type="sldNum" sz="quarter" idx="12"/>
          </p:nvPr>
        </p:nvSpPr>
        <p:spPr/>
        <p:txBody>
          <a:bodyPr/>
          <a:lstStyle/>
          <a:p>
            <a:fld id="{D81A60B0-18E4-4844-8F0C-80FAE1C1ADD8}" type="slidenum">
              <a:rPr lang="en-AU" smtClean="0">
                <a:solidFill>
                  <a:prstClr val="black">
                    <a:tint val="75000"/>
                  </a:prstClr>
                </a:solidFill>
              </a:rPr>
              <a:t>‹#›</a:t>
            </a:fld>
            <a:endParaRPr lang="en-AU">
              <a:solidFill>
                <a:prstClr val="black">
                  <a:tint val="75000"/>
                </a:prstClr>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1" name="Title 1"/>
          <p:cNvSpPr>
            <a:spLocks noGrp="1"/>
          </p:cNvSpPr>
          <p:nvPr>
            <p:ph type="title"/>
          </p:nvPr>
        </p:nvSpPr>
        <p:spPr/>
        <p:txBody>
          <a:bodyPr/>
          <a:lstStyle/>
          <a:p>
            <a:r>
              <a:rPr lang="en-US"/>
              <a:t>Click to edit Master title style</a:t>
            </a:r>
            <a:endParaRPr lang="en-AU"/>
          </a:p>
        </p:txBody>
      </p:sp>
      <p:sp>
        <p:nvSpPr>
          <p:cNvPr id="1048582"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048583" name="Date Placeholder 3"/>
          <p:cNvSpPr>
            <a:spLocks noGrp="1"/>
          </p:cNvSpPr>
          <p:nvPr>
            <p:ph type="dt" sz="half" idx="10"/>
          </p:nvPr>
        </p:nvSpPr>
        <p:spPr/>
        <p:txBody>
          <a:bodyPr/>
          <a:lstStyle/>
          <a:p>
            <a:fld id="{BB9635F9-186C-414B-852F-824CFBDEEC1D}" type="datetime1">
              <a:rPr lang="en-AU" smtClean="0">
                <a:solidFill>
                  <a:prstClr val="black">
                    <a:tint val="75000"/>
                  </a:prstClr>
                </a:solidFill>
              </a:rPr>
              <a:t>2/06/2026</a:t>
            </a:fld>
            <a:endParaRPr lang="en-AU">
              <a:solidFill>
                <a:prstClr val="black">
                  <a:tint val="75000"/>
                </a:prstClr>
              </a:solidFill>
            </a:endParaRPr>
          </a:p>
        </p:txBody>
      </p:sp>
      <p:sp>
        <p:nvSpPr>
          <p:cNvPr id="1048584" name="Footer Placeholder 4"/>
          <p:cNvSpPr>
            <a:spLocks noGrp="1"/>
          </p:cNvSpPr>
          <p:nvPr>
            <p:ph type="ftr" sz="quarter" idx="11"/>
          </p:nvPr>
        </p:nvSpPr>
        <p:spPr/>
        <p:txBody>
          <a:bodyPr/>
          <a:lstStyle/>
          <a:p>
            <a:endParaRPr lang="en-AU">
              <a:solidFill>
                <a:prstClr val="black">
                  <a:tint val="75000"/>
                </a:prstClr>
              </a:solidFill>
            </a:endParaRPr>
          </a:p>
        </p:txBody>
      </p:sp>
      <p:sp>
        <p:nvSpPr>
          <p:cNvPr id="1048585" name="Slide Number Placeholder 5"/>
          <p:cNvSpPr>
            <a:spLocks noGrp="1"/>
          </p:cNvSpPr>
          <p:nvPr>
            <p:ph type="sldNum" sz="quarter" idx="12"/>
          </p:nvPr>
        </p:nvSpPr>
        <p:spPr/>
        <p:txBody>
          <a:bodyPr/>
          <a:lstStyle/>
          <a:p>
            <a:fld id="{D81A60B0-18E4-4844-8F0C-80FAE1C1ADD8}" type="slidenum">
              <a:rPr lang="en-AU" smtClean="0">
                <a:solidFill>
                  <a:prstClr val="black">
                    <a:tint val="75000"/>
                  </a:prstClr>
                </a:solidFill>
              </a:rPr>
              <a:t>‹#›</a:t>
            </a:fld>
            <a:endParaRPr lang="en-AU">
              <a:solidFill>
                <a:prstClr val="black">
                  <a:tint val="75000"/>
                </a:prstClr>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951" name="Title 1"/>
          <p:cNvSpPr>
            <a:spLocks noGrp="1"/>
          </p:cNvSpPr>
          <p:nvPr>
            <p:ph type="title"/>
          </p:nvPr>
        </p:nvSpPr>
        <p:spPr>
          <a:xfrm>
            <a:off x="722313" y="4406906"/>
            <a:ext cx="7772400" cy="1362075"/>
          </a:xfrm>
        </p:spPr>
        <p:txBody>
          <a:bodyPr anchor="t"/>
          <a:lstStyle>
            <a:lvl1pPr algn="l">
              <a:defRPr sz="4000" b="1" cap="all"/>
            </a:lvl1pPr>
          </a:lstStyle>
          <a:p>
            <a:r>
              <a:rPr lang="en-US"/>
              <a:t>Click to edit Master title style</a:t>
            </a:r>
            <a:endParaRPr lang="en-AU"/>
          </a:p>
        </p:txBody>
      </p:sp>
      <p:sp>
        <p:nvSpPr>
          <p:cNvPr id="1048952"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953" name="Date Placeholder 3"/>
          <p:cNvSpPr>
            <a:spLocks noGrp="1"/>
          </p:cNvSpPr>
          <p:nvPr>
            <p:ph type="dt" sz="half" idx="10"/>
          </p:nvPr>
        </p:nvSpPr>
        <p:spPr/>
        <p:txBody>
          <a:bodyPr/>
          <a:lstStyle/>
          <a:p>
            <a:fld id="{B1393637-FC5F-4289-AE8A-D93224BE7218}" type="datetime1">
              <a:rPr lang="en-AU" smtClean="0">
                <a:solidFill>
                  <a:prstClr val="black">
                    <a:tint val="75000"/>
                  </a:prstClr>
                </a:solidFill>
              </a:rPr>
              <a:t>2/06/2026</a:t>
            </a:fld>
            <a:endParaRPr lang="en-AU">
              <a:solidFill>
                <a:prstClr val="black">
                  <a:tint val="75000"/>
                </a:prstClr>
              </a:solidFill>
            </a:endParaRPr>
          </a:p>
        </p:txBody>
      </p:sp>
      <p:sp>
        <p:nvSpPr>
          <p:cNvPr id="1048954" name="Footer Placeholder 4"/>
          <p:cNvSpPr>
            <a:spLocks noGrp="1"/>
          </p:cNvSpPr>
          <p:nvPr>
            <p:ph type="ftr" sz="quarter" idx="11"/>
          </p:nvPr>
        </p:nvSpPr>
        <p:spPr/>
        <p:txBody>
          <a:bodyPr/>
          <a:lstStyle/>
          <a:p>
            <a:endParaRPr lang="en-AU">
              <a:solidFill>
                <a:prstClr val="black">
                  <a:tint val="75000"/>
                </a:prstClr>
              </a:solidFill>
            </a:endParaRPr>
          </a:p>
        </p:txBody>
      </p:sp>
      <p:sp>
        <p:nvSpPr>
          <p:cNvPr id="1048955" name="Slide Number Placeholder 5"/>
          <p:cNvSpPr>
            <a:spLocks noGrp="1"/>
          </p:cNvSpPr>
          <p:nvPr>
            <p:ph type="sldNum" sz="quarter" idx="12"/>
          </p:nvPr>
        </p:nvSpPr>
        <p:spPr/>
        <p:txBody>
          <a:bodyPr/>
          <a:lstStyle/>
          <a:p>
            <a:fld id="{D81A60B0-18E4-4844-8F0C-80FAE1C1ADD8}" type="slidenum">
              <a:rPr lang="en-AU" smtClean="0">
                <a:solidFill>
                  <a:prstClr val="black">
                    <a:tint val="75000"/>
                  </a:prstClr>
                </a:solidFill>
              </a:rPr>
              <a:t>‹#›</a:t>
            </a:fld>
            <a:endParaRPr lang="en-AU">
              <a:solidFill>
                <a:prstClr val="black">
                  <a:tint val="75000"/>
                </a:prstClr>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956" name="Title 1"/>
          <p:cNvSpPr>
            <a:spLocks noGrp="1"/>
          </p:cNvSpPr>
          <p:nvPr>
            <p:ph type="title"/>
          </p:nvPr>
        </p:nvSpPr>
        <p:spPr/>
        <p:txBody>
          <a:bodyPr/>
          <a:lstStyle/>
          <a:p>
            <a:r>
              <a:rPr lang="en-US"/>
              <a:t>Click to edit Master title style</a:t>
            </a:r>
            <a:endParaRPr lang="en-AU"/>
          </a:p>
        </p:txBody>
      </p:sp>
      <p:sp>
        <p:nvSpPr>
          <p:cNvPr id="1048957" name="Content Placeholder 2"/>
          <p:cNvSpPr>
            <a:spLocks noGrp="1"/>
          </p:cNvSpPr>
          <p:nvPr>
            <p:ph sz="half" idx="1"/>
          </p:nvPr>
        </p:nvSpPr>
        <p:spPr>
          <a:xfrm>
            <a:off x="457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048958" name="Content Placeholder 3"/>
          <p:cNvSpPr>
            <a:spLocks noGrp="1"/>
          </p:cNvSpPr>
          <p:nvPr>
            <p:ph sz="half" idx="2"/>
          </p:nvPr>
        </p:nvSpPr>
        <p:spPr>
          <a:xfrm>
            <a:off x="4648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048959" name="Date Placeholder 4"/>
          <p:cNvSpPr>
            <a:spLocks noGrp="1"/>
          </p:cNvSpPr>
          <p:nvPr>
            <p:ph type="dt" sz="half" idx="10"/>
          </p:nvPr>
        </p:nvSpPr>
        <p:spPr/>
        <p:txBody>
          <a:bodyPr/>
          <a:lstStyle/>
          <a:p>
            <a:fld id="{5B168299-0E71-4E97-8C3C-E3A43B7E99CC}" type="datetime1">
              <a:rPr lang="en-AU" smtClean="0">
                <a:solidFill>
                  <a:prstClr val="black">
                    <a:tint val="75000"/>
                  </a:prstClr>
                </a:solidFill>
              </a:rPr>
              <a:t>2/06/2026</a:t>
            </a:fld>
            <a:endParaRPr lang="en-AU">
              <a:solidFill>
                <a:prstClr val="black">
                  <a:tint val="75000"/>
                </a:prstClr>
              </a:solidFill>
            </a:endParaRPr>
          </a:p>
        </p:txBody>
      </p:sp>
      <p:sp>
        <p:nvSpPr>
          <p:cNvPr id="1048960" name="Footer Placeholder 5"/>
          <p:cNvSpPr>
            <a:spLocks noGrp="1"/>
          </p:cNvSpPr>
          <p:nvPr>
            <p:ph type="ftr" sz="quarter" idx="11"/>
          </p:nvPr>
        </p:nvSpPr>
        <p:spPr/>
        <p:txBody>
          <a:bodyPr/>
          <a:lstStyle/>
          <a:p>
            <a:endParaRPr lang="en-AU">
              <a:solidFill>
                <a:prstClr val="black">
                  <a:tint val="75000"/>
                </a:prstClr>
              </a:solidFill>
            </a:endParaRPr>
          </a:p>
        </p:txBody>
      </p:sp>
      <p:sp>
        <p:nvSpPr>
          <p:cNvPr id="1048961" name="Slide Number Placeholder 6"/>
          <p:cNvSpPr>
            <a:spLocks noGrp="1"/>
          </p:cNvSpPr>
          <p:nvPr>
            <p:ph type="sldNum" sz="quarter" idx="12"/>
          </p:nvPr>
        </p:nvSpPr>
        <p:spPr/>
        <p:txBody>
          <a:bodyPr/>
          <a:lstStyle/>
          <a:p>
            <a:fld id="{D81A60B0-18E4-4844-8F0C-80FAE1C1ADD8}" type="slidenum">
              <a:rPr lang="en-AU" smtClean="0">
                <a:solidFill>
                  <a:prstClr val="black">
                    <a:tint val="75000"/>
                  </a:prstClr>
                </a:solidFill>
              </a:rPr>
              <a:t>‹#›</a:t>
            </a:fld>
            <a:endParaRPr lang="en-AU">
              <a:solidFill>
                <a:prstClr val="black">
                  <a:tint val="75000"/>
                </a:prstClr>
              </a:solidFil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917" name="Title 1"/>
          <p:cNvSpPr>
            <a:spLocks noGrp="1"/>
          </p:cNvSpPr>
          <p:nvPr>
            <p:ph type="title"/>
          </p:nvPr>
        </p:nvSpPr>
        <p:spPr/>
        <p:txBody>
          <a:bodyPr/>
          <a:lstStyle/>
          <a:p>
            <a:r>
              <a:rPr lang="en-US"/>
              <a:t>Click to edit Master title style</a:t>
            </a:r>
            <a:endParaRPr lang="en-AU"/>
          </a:p>
        </p:txBody>
      </p:sp>
      <p:sp>
        <p:nvSpPr>
          <p:cNvPr id="1048918"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919"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048920" name="Text Placeholder 4"/>
          <p:cNvSpPr>
            <a:spLocks noGrp="1"/>
          </p:cNvSpPr>
          <p:nvPr>
            <p:ph type="body" sz="quarter" idx="3"/>
          </p:nvPr>
        </p:nvSpPr>
        <p:spPr>
          <a:xfrm>
            <a:off x="4645028"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921" name="Content Placeholder 5"/>
          <p:cNvSpPr>
            <a:spLocks noGrp="1"/>
          </p:cNvSpPr>
          <p:nvPr>
            <p:ph sz="quarter" idx="4"/>
          </p:nvPr>
        </p:nvSpPr>
        <p:spPr>
          <a:xfrm>
            <a:off x="4645028"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048922" name="Date Placeholder 6"/>
          <p:cNvSpPr>
            <a:spLocks noGrp="1"/>
          </p:cNvSpPr>
          <p:nvPr>
            <p:ph type="dt" sz="half" idx="10"/>
          </p:nvPr>
        </p:nvSpPr>
        <p:spPr/>
        <p:txBody>
          <a:bodyPr/>
          <a:lstStyle/>
          <a:p>
            <a:fld id="{6017EADF-9B14-4C0E-A36F-7D365393DEB2}" type="datetime1">
              <a:rPr lang="en-AU" smtClean="0">
                <a:solidFill>
                  <a:prstClr val="black">
                    <a:tint val="75000"/>
                  </a:prstClr>
                </a:solidFill>
              </a:rPr>
              <a:t>2/06/2026</a:t>
            </a:fld>
            <a:endParaRPr lang="en-AU">
              <a:solidFill>
                <a:prstClr val="black">
                  <a:tint val="75000"/>
                </a:prstClr>
              </a:solidFill>
            </a:endParaRPr>
          </a:p>
        </p:txBody>
      </p:sp>
      <p:sp>
        <p:nvSpPr>
          <p:cNvPr id="1048923" name="Footer Placeholder 7"/>
          <p:cNvSpPr>
            <a:spLocks noGrp="1"/>
          </p:cNvSpPr>
          <p:nvPr>
            <p:ph type="ftr" sz="quarter" idx="11"/>
          </p:nvPr>
        </p:nvSpPr>
        <p:spPr/>
        <p:txBody>
          <a:bodyPr/>
          <a:lstStyle/>
          <a:p>
            <a:endParaRPr lang="en-AU">
              <a:solidFill>
                <a:prstClr val="black">
                  <a:tint val="75000"/>
                </a:prstClr>
              </a:solidFill>
            </a:endParaRPr>
          </a:p>
        </p:txBody>
      </p:sp>
      <p:sp>
        <p:nvSpPr>
          <p:cNvPr id="1048924" name="Slide Number Placeholder 8"/>
          <p:cNvSpPr>
            <a:spLocks noGrp="1"/>
          </p:cNvSpPr>
          <p:nvPr>
            <p:ph type="sldNum" sz="quarter" idx="12"/>
          </p:nvPr>
        </p:nvSpPr>
        <p:spPr/>
        <p:txBody>
          <a:bodyPr/>
          <a:lstStyle/>
          <a:p>
            <a:fld id="{D81A60B0-18E4-4844-8F0C-80FAE1C1ADD8}" type="slidenum">
              <a:rPr lang="en-AU" smtClean="0">
                <a:solidFill>
                  <a:prstClr val="black">
                    <a:tint val="75000"/>
                  </a:prstClr>
                </a:solidFill>
              </a:rPr>
              <a:t>‹#›</a:t>
            </a:fld>
            <a:endParaRPr lang="en-AU">
              <a:solidFill>
                <a:prstClr val="black">
                  <a:tint val="75000"/>
                </a:prstClr>
              </a:solidFil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925" name="Title 1"/>
          <p:cNvSpPr>
            <a:spLocks noGrp="1"/>
          </p:cNvSpPr>
          <p:nvPr>
            <p:ph type="title"/>
          </p:nvPr>
        </p:nvSpPr>
        <p:spPr/>
        <p:txBody>
          <a:bodyPr/>
          <a:lstStyle/>
          <a:p>
            <a:r>
              <a:rPr lang="en-US"/>
              <a:t>Click to edit Master title style</a:t>
            </a:r>
            <a:endParaRPr lang="en-AU"/>
          </a:p>
        </p:txBody>
      </p:sp>
      <p:sp>
        <p:nvSpPr>
          <p:cNvPr id="1048926" name="Date Placeholder 2"/>
          <p:cNvSpPr>
            <a:spLocks noGrp="1"/>
          </p:cNvSpPr>
          <p:nvPr>
            <p:ph type="dt" sz="half" idx="10"/>
          </p:nvPr>
        </p:nvSpPr>
        <p:spPr/>
        <p:txBody>
          <a:bodyPr/>
          <a:lstStyle/>
          <a:p>
            <a:fld id="{D74FE41E-EFDC-49C4-A1AB-4214CA354BE8}" type="datetime1">
              <a:rPr lang="en-AU" smtClean="0">
                <a:solidFill>
                  <a:prstClr val="black">
                    <a:tint val="75000"/>
                  </a:prstClr>
                </a:solidFill>
              </a:rPr>
              <a:t>2/06/2026</a:t>
            </a:fld>
            <a:endParaRPr lang="en-AU">
              <a:solidFill>
                <a:prstClr val="black">
                  <a:tint val="75000"/>
                </a:prstClr>
              </a:solidFill>
            </a:endParaRPr>
          </a:p>
        </p:txBody>
      </p:sp>
      <p:sp>
        <p:nvSpPr>
          <p:cNvPr id="1048927" name="Footer Placeholder 3"/>
          <p:cNvSpPr>
            <a:spLocks noGrp="1"/>
          </p:cNvSpPr>
          <p:nvPr>
            <p:ph type="ftr" sz="quarter" idx="11"/>
          </p:nvPr>
        </p:nvSpPr>
        <p:spPr/>
        <p:txBody>
          <a:bodyPr/>
          <a:lstStyle/>
          <a:p>
            <a:endParaRPr lang="en-AU">
              <a:solidFill>
                <a:prstClr val="black">
                  <a:tint val="75000"/>
                </a:prstClr>
              </a:solidFill>
            </a:endParaRPr>
          </a:p>
        </p:txBody>
      </p:sp>
      <p:sp>
        <p:nvSpPr>
          <p:cNvPr id="1048928" name="Slide Number Placeholder 4"/>
          <p:cNvSpPr>
            <a:spLocks noGrp="1"/>
          </p:cNvSpPr>
          <p:nvPr>
            <p:ph type="sldNum" sz="quarter" idx="12"/>
          </p:nvPr>
        </p:nvSpPr>
        <p:spPr/>
        <p:txBody>
          <a:bodyPr/>
          <a:lstStyle/>
          <a:p>
            <a:fld id="{D81A60B0-18E4-4844-8F0C-80FAE1C1ADD8}" type="slidenum">
              <a:rPr lang="en-AU" smtClean="0">
                <a:solidFill>
                  <a:prstClr val="black">
                    <a:tint val="75000"/>
                  </a:prstClr>
                </a:solidFill>
              </a:rPr>
              <a:t>‹#›</a:t>
            </a:fld>
            <a:endParaRPr lang="en-AU">
              <a:solidFill>
                <a:prstClr val="black">
                  <a:tint val="75000"/>
                </a:prstClr>
              </a:solidFil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598" name="Date Placeholder 1"/>
          <p:cNvSpPr>
            <a:spLocks noGrp="1"/>
          </p:cNvSpPr>
          <p:nvPr>
            <p:ph type="dt" sz="half" idx="10"/>
          </p:nvPr>
        </p:nvSpPr>
        <p:spPr/>
        <p:txBody>
          <a:bodyPr/>
          <a:lstStyle/>
          <a:p>
            <a:fld id="{E9A45B41-63FE-414A-95B8-8164B788F97A}" type="datetime1">
              <a:rPr lang="en-AU" smtClean="0">
                <a:solidFill>
                  <a:prstClr val="black">
                    <a:tint val="75000"/>
                  </a:prstClr>
                </a:solidFill>
              </a:rPr>
              <a:t>2/06/2026</a:t>
            </a:fld>
            <a:endParaRPr lang="en-AU">
              <a:solidFill>
                <a:prstClr val="black">
                  <a:tint val="75000"/>
                </a:prstClr>
              </a:solidFill>
            </a:endParaRPr>
          </a:p>
        </p:txBody>
      </p:sp>
      <p:sp>
        <p:nvSpPr>
          <p:cNvPr id="1048599" name="Footer Placeholder 2"/>
          <p:cNvSpPr>
            <a:spLocks noGrp="1"/>
          </p:cNvSpPr>
          <p:nvPr>
            <p:ph type="ftr" sz="quarter" idx="11"/>
          </p:nvPr>
        </p:nvSpPr>
        <p:spPr/>
        <p:txBody>
          <a:bodyPr/>
          <a:lstStyle/>
          <a:p>
            <a:endParaRPr lang="en-AU">
              <a:solidFill>
                <a:prstClr val="black">
                  <a:tint val="75000"/>
                </a:prstClr>
              </a:solidFill>
            </a:endParaRPr>
          </a:p>
        </p:txBody>
      </p:sp>
      <p:sp>
        <p:nvSpPr>
          <p:cNvPr id="1048600" name="Slide Number Placeholder 3"/>
          <p:cNvSpPr>
            <a:spLocks noGrp="1"/>
          </p:cNvSpPr>
          <p:nvPr>
            <p:ph type="sldNum" sz="quarter" idx="12"/>
          </p:nvPr>
        </p:nvSpPr>
        <p:spPr/>
        <p:txBody>
          <a:bodyPr/>
          <a:lstStyle/>
          <a:p>
            <a:fld id="{D81A60B0-18E4-4844-8F0C-80FAE1C1ADD8}" type="slidenum">
              <a:rPr lang="en-AU" smtClean="0">
                <a:solidFill>
                  <a:prstClr val="black">
                    <a:tint val="75000"/>
                  </a:prstClr>
                </a:solidFill>
              </a:rPr>
              <a:t>‹#›</a:t>
            </a:fld>
            <a:endParaRPr lang="en-AU">
              <a:solidFill>
                <a:prstClr val="black">
                  <a:tint val="75000"/>
                </a:prstClr>
              </a:solidFil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945"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AU"/>
          </a:p>
        </p:txBody>
      </p:sp>
      <p:sp>
        <p:nvSpPr>
          <p:cNvPr id="1048946" name="Content Placeholder 2"/>
          <p:cNvSpPr>
            <a:spLocks noGrp="1"/>
          </p:cNvSpPr>
          <p:nvPr>
            <p:ph idx="1"/>
          </p:nvPr>
        </p:nvSpPr>
        <p:spPr>
          <a:xfrm>
            <a:off x="3575051" y="273056"/>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048947" name="Text Placeholder 3"/>
          <p:cNvSpPr>
            <a:spLocks noGrp="1"/>
          </p:cNvSpPr>
          <p:nvPr>
            <p:ph type="body" sz="half" idx="2"/>
          </p:nvPr>
        </p:nvSpPr>
        <p:spPr>
          <a:xfrm>
            <a:off x="457200"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948" name="Date Placeholder 4"/>
          <p:cNvSpPr>
            <a:spLocks noGrp="1"/>
          </p:cNvSpPr>
          <p:nvPr>
            <p:ph type="dt" sz="half" idx="10"/>
          </p:nvPr>
        </p:nvSpPr>
        <p:spPr/>
        <p:txBody>
          <a:bodyPr/>
          <a:lstStyle/>
          <a:p>
            <a:fld id="{9A9C0415-BBB4-45F5-955B-DB1AD93FC6C4}" type="datetime1">
              <a:rPr lang="en-AU" smtClean="0">
                <a:solidFill>
                  <a:prstClr val="black">
                    <a:tint val="75000"/>
                  </a:prstClr>
                </a:solidFill>
              </a:rPr>
              <a:t>2/06/2026</a:t>
            </a:fld>
            <a:endParaRPr lang="en-AU">
              <a:solidFill>
                <a:prstClr val="black">
                  <a:tint val="75000"/>
                </a:prstClr>
              </a:solidFill>
            </a:endParaRPr>
          </a:p>
        </p:txBody>
      </p:sp>
      <p:sp>
        <p:nvSpPr>
          <p:cNvPr id="1048949" name="Footer Placeholder 5"/>
          <p:cNvSpPr>
            <a:spLocks noGrp="1"/>
          </p:cNvSpPr>
          <p:nvPr>
            <p:ph type="ftr" sz="quarter" idx="11"/>
          </p:nvPr>
        </p:nvSpPr>
        <p:spPr/>
        <p:txBody>
          <a:bodyPr/>
          <a:lstStyle/>
          <a:p>
            <a:endParaRPr lang="en-AU">
              <a:solidFill>
                <a:prstClr val="black">
                  <a:tint val="75000"/>
                </a:prstClr>
              </a:solidFill>
            </a:endParaRPr>
          </a:p>
        </p:txBody>
      </p:sp>
      <p:sp>
        <p:nvSpPr>
          <p:cNvPr id="1048950" name="Slide Number Placeholder 6"/>
          <p:cNvSpPr>
            <a:spLocks noGrp="1"/>
          </p:cNvSpPr>
          <p:nvPr>
            <p:ph type="sldNum" sz="quarter" idx="12"/>
          </p:nvPr>
        </p:nvSpPr>
        <p:spPr/>
        <p:txBody>
          <a:bodyPr/>
          <a:lstStyle/>
          <a:p>
            <a:fld id="{D81A60B0-18E4-4844-8F0C-80FAE1C1ADD8}" type="slidenum">
              <a:rPr lang="en-AU" smtClean="0">
                <a:solidFill>
                  <a:prstClr val="black">
                    <a:tint val="75000"/>
                  </a:prstClr>
                </a:solidFill>
              </a:rPr>
              <a:t>‹#›</a:t>
            </a:fld>
            <a:endParaRPr lang="en-AU">
              <a:solidFill>
                <a:prstClr val="black">
                  <a:tint val="75000"/>
                </a:prstClr>
              </a:solidFil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929"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AU"/>
          </a:p>
        </p:txBody>
      </p:sp>
      <p:sp>
        <p:nvSpPr>
          <p:cNvPr id="1048930"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1048931"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932" name="Date Placeholder 4"/>
          <p:cNvSpPr>
            <a:spLocks noGrp="1"/>
          </p:cNvSpPr>
          <p:nvPr>
            <p:ph type="dt" sz="half" idx="10"/>
          </p:nvPr>
        </p:nvSpPr>
        <p:spPr/>
        <p:txBody>
          <a:bodyPr/>
          <a:lstStyle/>
          <a:p>
            <a:fld id="{AF18F7D8-011A-45EB-993D-E57D4F92A694}" type="datetime1">
              <a:rPr lang="en-AU" smtClean="0">
                <a:solidFill>
                  <a:prstClr val="black">
                    <a:tint val="75000"/>
                  </a:prstClr>
                </a:solidFill>
              </a:rPr>
              <a:t>2/06/2026</a:t>
            </a:fld>
            <a:endParaRPr lang="en-AU">
              <a:solidFill>
                <a:prstClr val="black">
                  <a:tint val="75000"/>
                </a:prstClr>
              </a:solidFill>
            </a:endParaRPr>
          </a:p>
        </p:txBody>
      </p:sp>
      <p:sp>
        <p:nvSpPr>
          <p:cNvPr id="1048933" name="Footer Placeholder 5"/>
          <p:cNvSpPr>
            <a:spLocks noGrp="1"/>
          </p:cNvSpPr>
          <p:nvPr>
            <p:ph type="ftr" sz="quarter" idx="11"/>
          </p:nvPr>
        </p:nvSpPr>
        <p:spPr/>
        <p:txBody>
          <a:bodyPr/>
          <a:lstStyle/>
          <a:p>
            <a:endParaRPr lang="en-AU">
              <a:solidFill>
                <a:prstClr val="black">
                  <a:tint val="75000"/>
                </a:prstClr>
              </a:solidFill>
            </a:endParaRPr>
          </a:p>
        </p:txBody>
      </p:sp>
      <p:sp>
        <p:nvSpPr>
          <p:cNvPr id="1048934" name="Slide Number Placeholder 6"/>
          <p:cNvSpPr>
            <a:spLocks noGrp="1"/>
          </p:cNvSpPr>
          <p:nvPr>
            <p:ph type="sldNum" sz="quarter" idx="12"/>
          </p:nvPr>
        </p:nvSpPr>
        <p:spPr/>
        <p:txBody>
          <a:bodyPr/>
          <a:lstStyle/>
          <a:p>
            <a:fld id="{D81A60B0-18E4-4844-8F0C-80FAE1C1ADD8}" type="slidenum">
              <a:rPr lang="en-AU" smtClean="0">
                <a:solidFill>
                  <a:prstClr val="black">
                    <a:tint val="75000"/>
                  </a:prstClr>
                </a:solidFill>
              </a:rPr>
              <a:t>‹#›</a:t>
            </a:fld>
            <a:endParaRPr lang="en-AU">
              <a:solidFill>
                <a:prstClr val="black">
                  <a:tint val="75000"/>
                </a:prstClr>
              </a:solidFil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940" name="Title 1"/>
          <p:cNvSpPr>
            <a:spLocks noGrp="1"/>
          </p:cNvSpPr>
          <p:nvPr>
            <p:ph type="title"/>
          </p:nvPr>
        </p:nvSpPr>
        <p:spPr/>
        <p:txBody>
          <a:bodyPr/>
          <a:lstStyle/>
          <a:p>
            <a:r>
              <a:rPr lang="en-US"/>
              <a:t>Click to edit Master title style</a:t>
            </a:r>
            <a:endParaRPr lang="en-AU"/>
          </a:p>
        </p:txBody>
      </p:sp>
      <p:sp>
        <p:nvSpPr>
          <p:cNvPr id="1048941"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048942" name="Date Placeholder 3"/>
          <p:cNvSpPr>
            <a:spLocks noGrp="1"/>
          </p:cNvSpPr>
          <p:nvPr>
            <p:ph type="dt" sz="half" idx="10"/>
          </p:nvPr>
        </p:nvSpPr>
        <p:spPr/>
        <p:txBody>
          <a:bodyPr/>
          <a:lstStyle/>
          <a:p>
            <a:fld id="{24EE8F2C-D458-411C-96E8-0FA29A6FD7E6}" type="datetime1">
              <a:rPr lang="en-AU" smtClean="0">
                <a:solidFill>
                  <a:prstClr val="black">
                    <a:tint val="75000"/>
                  </a:prstClr>
                </a:solidFill>
              </a:rPr>
              <a:t>2/06/2026</a:t>
            </a:fld>
            <a:endParaRPr lang="en-AU">
              <a:solidFill>
                <a:prstClr val="black">
                  <a:tint val="75000"/>
                </a:prstClr>
              </a:solidFill>
            </a:endParaRPr>
          </a:p>
        </p:txBody>
      </p:sp>
      <p:sp>
        <p:nvSpPr>
          <p:cNvPr id="1048943" name="Footer Placeholder 4"/>
          <p:cNvSpPr>
            <a:spLocks noGrp="1"/>
          </p:cNvSpPr>
          <p:nvPr>
            <p:ph type="ftr" sz="quarter" idx="11"/>
          </p:nvPr>
        </p:nvSpPr>
        <p:spPr/>
        <p:txBody>
          <a:bodyPr/>
          <a:lstStyle/>
          <a:p>
            <a:endParaRPr lang="en-AU">
              <a:solidFill>
                <a:prstClr val="black">
                  <a:tint val="75000"/>
                </a:prstClr>
              </a:solidFill>
            </a:endParaRPr>
          </a:p>
        </p:txBody>
      </p:sp>
      <p:sp>
        <p:nvSpPr>
          <p:cNvPr id="1048944" name="Slide Number Placeholder 5"/>
          <p:cNvSpPr>
            <a:spLocks noGrp="1"/>
          </p:cNvSpPr>
          <p:nvPr>
            <p:ph type="sldNum" sz="quarter" idx="12"/>
          </p:nvPr>
        </p:nvSpPr>
        <p:spPr/>
        <p:txBody>
          <a:bodyPr/>
          <a:lstStyle/>
          <a:p>
            <a:fld id="{D81A60B0-18E4-4844-8F0C-80FAE1C1ADD8}" type="slidenum">
              <a:rPr lang="en-AU" smtClean="0">
                <a:solidFill>
                  <a:prstClr val="black">
                    <a:tint val="75000"/>
                  </a:prstClr>
                </a:solidFill>
              </a:rPr>
              <a:t>‹#›</a:t>
            </a:fld>
            <a:endParaRPr lang="en-AU">
              <a:solidFill>
                <a:prstClr val="black">
                  <a:tint val="75000"/>
                </a:prstClr>
              </a:solidFil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935" name="Vertical Title 1"/>
          <p:cNvSpPr>
            <a:spLocks noGrp="1"/>
          </p:cNvSpPr>
          <p:nvPr>
            <p:ph type="title" orient="vert"/>
          </p:nvPr>
        </p:nvSpPr>
        <p:spPr>
          <a:xfrm>
            <a:off x="6629400" y="274644"/>
            <a:ext cx="2057400" cy="5851525"/>
          </a:xfrm>
        </p:spPr>
        <p:txBody>
          <a:bodyPr vert="eaVert"/>
          <a:lstStyle/>
          <a:p>
            <a:r>
              <a:rPr lang="en-US"/>
              <a:t>Click to edit Master title style</a:t>
            </a:r>
            <a:endParaRPr lang="en-AU"/>
          </a:p>
        </p:txBody>
      </p:sp>
      <p:sp>
        <p:nvSpPr>
          <p:cNvPr id="1048936" name="Vertical Text Placeholder 2"/>
          <p:cNvSpPr>
            <a:spLocks noGrp="1"/>
          </p:cNvSpPr>
          <p:nvPr>
            <p:ph type="body" orient="vert" idx="1"/>
          </p:nvPr>
        </p:nvSpPr>
        <p:spPr>
          <a:xfrm>
            <a:off x="457200" y="274644"/>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048937" name="Date Placeholder 3"/>
          <p:cNvSpPr>
            <a:spLocks noGrp="1"/>
          </p:cNvSpPr>
          <p:nvPr>
            <p:ph type="dt" sz="half" idx="10"/>
          </p:nvPr>
        </p:nvSpPr>
        <p:spPr/>
        <p:txBody>
          <a:bodyPr/>
          <a:lstStyle/>
          <a:p>
            <a:fld id="{948EBB35-A117-4A4D-8CBA-D2D94256D3C8}" type="datetime1">
              <a:rPr lang="en-AU" smtClean="0">
                <a:solidFill>
                  <a:prstClr val="black">
                    <a:tint val="75000"/>
                  </a:prstClr>
                </a:solidFill>
              </a:rPr>
              <a:t>2/06/2026</a:t>
            </a:fld>
            <a:endParaRPr lang="en-AU">
              <a:solidFill>
                <a:prstClr val="black">
                  <a:tint val="75000"/>
                </a:prstClr>
              </a:solidFill>
            </a:endParaRPr>
          </a:p>
        </p:txBody>
      </p:sp>
      <p:sp>
        <p:nvSpPr>
          <p:cNvPr id="1048938" name="Footer Placeholder 4"/>
          <p:cNvSpPr>
            <a:spLocks noGrp="1"/>
          </p:cNvSpPr>
          <p:nvPr>
            <p:ph type="ftr" sz="quarter" idx="11"/>
          </p:nvPr>
        </p:nvSpPr>
        <p:spPr/>
        <p:txBody>
          <a:bodyPr/>
          <a:lstStyle/>
          <a:p>
            <a:endParaRPr lang="en-AU">
              <a:solidFill>
                <a:prstClr val="black">
                  <a:tint val="75000"/>
                </a:prstClr>
              </a:solidFill>
            </a:endParaRPr>
          </a:p>
        </p:txBody>
      </p:sp>
      <p:sp>
        <p:nvSpPr>
          <p:cNvPr id="1048939" name="Slide Number Placeholder 5"/>
          <p:cNvSpPr>
            <a:spLocks noGrp="1"/>
          </p:cNvSpPr>
          <p:nvPr>
            <p:ph type="sldNum" sz="quarter" idx="12"/>
          </p:nvPr>
        </p:nvSpPr>
        <p:spPr/>
        <p:txBody>
          <a:bodyPr/>
          <a:lstStyle/>
          <a:p>
            <a:fld id="{D81A60B0-18E4-4844-8F0C-80FAE1C1ADD8}" type="slidenum">
              <a:rPr lang="en-AU" smtClean="0">
                <a:solidFill>
                  <a:prstClr val="black">
                    <a:tint val="75000"/>
                  </a:prstClr>
                </a:solidFill>
              </a:rPr>
              <a:t>‹#›</a:t>
            </a:fld>
            <a:endParaRPr lang="en-AU">
              <a:solidFill>
                <a:prstClr val="black">
                  <a:tint val="75000"/>
                </a:prstClr>
              </a:solidFil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976" name="Title 1"/>
          <p:cNvSpPr>
            <a:spLocks noGrp="1"/>
          </p:cNvSpPr>
          <p:nvPr>
            <p:ph type="ctrTitle"/>
          </p:nvPr>
        </p:nvSpPr>
        <p:spPr>
          <a:xfrm>
            <a:off x="685800" y="2130428"/>
            <a:ext cx="7772400" cy="1470025"/>
          </a:xfrm>
        </p:spPr>
        <p:txBody>
          <a:bodyPr/>
          <a:lstStyle/>
          <a:p>
            <a:r>
              <a:rPr lang="en-US"/>
              <a:t>Click to edit Master title style</a:t>
            </a:r>
            <a:endParaRPr lang="id-ID"/>
          </a:p>
        </p:txBody>
      </p:sp>
      <p:sp>
        <p:nvSpPr>
          <p:cNvPr id="1048977" name="Subtitle 2"/>
          <p:cNvSpPr>
            <a:spLocks noGrp="1"/>
          </p:cNvSpPr>
          <p:nvPr>
            <p:ph type="subTitle" idx="1"/>
          </p:nvPr>
        </p:nvSpPr>
        <p:spPr>
          <a:xfrm>
            <a:off x="1371600" y="3886200"/>
            <a:ext cx="6400800" cy="1752600"/>
          </a:xfrm>
        </p:spPr>
        <p:txBody>
          <a:bodyPr/>
          <a:lstStyle>
            <a:lvl1pPr marL="0" indent="0" algn="ctr">
              <a:buNone/>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endParaRPr lang="id-ID"/>
          </a:p>
        </p:txBody>
      </p:sp>
      <p:sp>
        <p:nvSpPr>
          <p:cNvPr id="1048978" name="Rectangle 4"/>
          <p:cNvSpPr>
            <a:spLocks noGrp="1" noChangeArrowheads="1"/>
          </p:cNvSpPr>
          <p:nvPr>
            <p:ph type="dt" sz="half" idx="10"/>
          </p:nvPr>
        </p:nvSpPr>
        <p:spPr/>
        <p:txBody>
          <a:bodyPr/>
          <a:lstStyle/>
          <a:p>
            <a:endParaRPr lang="en-US">
              <a:solidFill>
                <a:srgbClr val="000000"/>
              </a:solidFill>
            </a:endParaRPr>
          </a:p>
        </p:txBody>
      </p:sp>
      <p:sp>
        <p:nvSpPr>
          <p:cNvPr id="1048979" name="Rectangle 5"/>
          <p:cNvSpPr>
            <a:spLocks noGrp="1" noChangeArrowheads="1"/>
          </p:cNvSpPr>
          <p:nvPr>
            <p:ph type="ftr" sz="quarter" idx="11"/>
          </p:nvPr>
        </p:nvSpPr>
        <p:spPr/>
        <p:txBody>
          <a:bodyPr/>
          <a:lstStyle/>
          <a:p>
            <a:endParaRPr lang="en-US">
              <a:solidFill>
                <a:srgbClr val="000000"/>
              </a:solidFill>
            </a:endParaRPr>
          </a:p>
        </p:txBody>
      </p:sp>
      <p:sp>
        <p:nvSpPr>
          <p:cNvPr id="1048980" name="Rectangle 6"/>
          <p:cNvSpPr>
            <a:spLocks noGrp="1" noChangeArrowheads="1"/>
          </p:cNvSpPr>
          <p:nvPr>
            <p:ph type="sldNum" sz="quarter" idx="12"/>
          </p:nvPr>
        </p:nvSpPr>
        <p:spPr/>
        <p:txBody>
          <a:bodyPr/>
          <a:lstStyle/>
          <a:p>
            <a:fld id="{670C49B3-81AE-4A77-8C21-748BE04B685B}" type="slidenum">
              <a:rPr lang="en-US" altLang="en-US">
                <a:solidFill>
                  <a:srgbClr val="000000"/>
                </a:solidFill>
              </a:rPr>
              <a:t>‹#›</a:t>
            </a:fld>
            <a:endParaRPr lang="en-US" altLang="en-US">
              <a:solidFill>
                <a:srgbClr val="000000"/>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981" name="Title 1"/>
          <p:cNvSpPr>
            <a:spLocks noGrp="1"/>
          </p:cNvSpPr>
          <p:nvPr>
            <p:ph type="title"/>
          </p:nvPr>
        </p:nvSpPr>
        <p:spPr/>
        <p:txBody>
          <a:bodyPr/>
          <a:lstStyle/>
          <a:p>
            <a:r>
              <a:rPr lang="en-US"/>
              <a:t>Click to edit Master title style</a:t>
            </a:r>
            <a:endParaRPr lang="id-ID"/>
          </a:p>
        </p:txBody>
      </p:sp>
      <p:sp>
        <p:nvSpPr>
          <p:cNvPr id="1048982"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1048983" name="Rectangle 4"/>
          <p:cNvSpPr>
            <a:spLocks noGrp="1" noChangeArrowheads="1"/>
          </p:cNvSpPr>
          <p:nvPr>
            <p:ph type="dt" sz="half" idx="10"/>
          </p:nvPr>
        </p:nvSpPr>
        <p:spPr/>
        <p:txBody>
          <a:bodyPr/>
          <a:lstStyle/>
          <a:p>
            <a:endParaRPr lang="en-US">
              <a:solidFill>
                <a:srgbClr val="000000"/>
              </a:solidFill>
            </a:endParaRPr>
          </a:p>
        </p:txBody>
      </p:sp>
      <p:sp>
        <p:nvSpPr>
          <p:cNvPr id="1048984" name="Rectangle 5"/>
          <p:cNvSpPr>
            <a:spLocks noGrp="1" noChangeArrowheads="1"/>
          </p:cNvSpPr>
          <p:nvPr>
            <p:ph type="ftr" sz="quarter" idx="11"/>
          </p:nvPr>
        </p:nvSpPr>
        <p:spPr/>
        <p:txBody>
          <a:bodyPr/>
          <a:lstStyle/>
          <a:p>
            <a:endParaRPr lang="en-US">
              <a:solidFill>
                <a:srgbClr val="000000"/>
              </a:solidFill>
            </a:endParaRPr>
          </a:p>
        </p:txBody>
      </p:sp>
      <p:sp>
        <p:nvSpPr>
          <p:cNvPr id="1048985" name="Rectangle 6"/>
          <p:cNvSpPr>
            <a:spLocks noGrp="1" noChangeArrowheads="1"/>
          </p:cNvSpPr>
          <p:nvPr>
            <p:ph type="sldNum" sz="quarter" idx="12"/>
          </p:nvPr>
        </p:nvSpPr>
        <p:spPr/>
        <p:txBody>
          <a:bodyPr/>
          <a:lstStyle/>
          <a:p>
            <a:fld id="{2A2DAC2D-F3B6-46F3-8BCC-3FECB4DE20EE}" type="slidenum">
              <a:rPr lang="en-US" altLang="en-US">
                <a:solidFill>
                  <a:srgbClr val="000000"/>
                </a:solidFill>
              </a:rPr>
              <a:t>‹#›</a:t>
            </a:fld>
            <a:endParaRPr lang="en-US" altLang="en-US">
              <a:solidFill>
                <a:srgbClr val="000000"/>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986" name="Title 1"/>
          <p:cNvSpPr>
            <a:spLocks noGrp="1"/>
          </p:cNvSpPr>
          <p:nvPr>
            <p:ph type="title"/>
          </p:nvPr>
        </p:nvSpPr>
        <p:spPr>
          <a:xfrm>
            <a:off x="722435" y="4406903"/>
            <a:ext cx="7772400" cy="1362075"/>
          </a:xfrm>
        </p:spPr>
        <p:txBody>
          <a:bodyPr anchor="t"/>
          <a:lstStyle>
            <a:lvl1pPr algn="l">
              <a:defRPr sz="4000" b="1" cap="all"/>
            </a:lvl1pPr>
          </a:lstStyle>
          <a:p>
            <a:r>
              <a:rPr lang="en-US"/>
              <a:t>Click to edit Master title style</a:t>
            </a:r>
            <a:endParaRPr lang="id-ID"/>
          </a:p>
        </p:txBody>
      </p:sp>
      <p:sp>
        <p:nvSpPr>
          <p:cNvPr id="1048987" name="Text Placeholder 2"/>
          <p:cNvSpPr>
            <a:spLocks noGrp="1"/>
          </p:cNvSpPr>
          <p:nvPr>
            <p:ph type="body" idx="1"/>
          </p:nvPr>
        </p:nvSpPr>
        <p:spPr>
          <a:xfrm>
            <a:off x="722435"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1048988" name="Rectangle 4"/>
          <p:cNvSpPr>
            <a:spLocks noGrp="1" noChangeArrowheads="1"/>
          </p:cNvSpPr>
          <p:nvPr>
            <p:ph type="dt" sz="half" idx="10"/>
          </p:nvPr>
        </p:nvSpPr>
        <p:spPr/>
        <p:txBody>
          <a:bodyPr/>
          <a:lstStyle/>
          <a:p>
            <a:endParaRPr lang="en-US">
              <a:solidFill>
                <a:srgbClr val="000000"/>
              </a:solidFill>
            </a:endParaRPr>
          </a:p>
        </p:txBody>
      </p:sp>
      <p:sp>
        <p:nvSpPr>
          <p:cNvPr id="1048989" name="Rectangle 5"/>
          <p:cNvSpPr>
            <a:spLocks noGrp="1" noChangeArrowheads="1"/>
          </p:cNvSpPr>
          <p:nvPr>
            <p:ph type="ftr" sz="quarter" idx="11"/>
          </p:nvPr>
        </p:nvSpPr>
        <p:spPr/>
        <p:txBody>
          <a:bodyPr/>
          <a:lstStyle/>
          <a:p>
            <a:endParaRPr lang="en-US">
              <a:solidFill>
                <a:srgbClr val="000000"/>
              </a:solidFill>
            </a:endParaRPr>
          </a:p>
        </p:txBody>
      </p:sp>
      <p:sp>
        <p:nvSpPr>
          <p:cNvPr id="1048990" name="Rectangle 6"/>
          <p:cNvSpPr>
            <a:spLocks noGrp="1" noChangeArrowheads="1"/>
          </p:cNvSpPr>
          <p:nvPr>
            <p:ph type="sldNum" sz="quarter" idx="12"/>
          </p:nvPr>
        </p:nvSpPr>
        <p:spPr/>
        <p:txBody>
          <a:bodyPr/>
          <a:lstStyle/>
          <a:p>
            <a:fld id="{F33A7B22-B92E-47F0-9F6A-0F3C890EB2A6}" type="slidenum">
              <a:rPr lang="en-US" altLang="en-US">
                <a:solidFill>
                  <a:srgbClr val="000000"/>
                </a:solidFill>
              </a:rPr>
              <a:t>‹#›</a:t>
            </a:fld>
            <a:endParaRPr lang="en-US" altLang="en-US">
              <a:solidFill>
                <a:srgbClr val="000000"/>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9003" name="Title 1"/>
          <p:cNvSpPr>
            <a:spLocks noGrp="1"/>
          </p:cNvSpPr>
          <p:nvPr>
            <p:ph type="title"/>
          </p:nvPr>
        </p:nvSpPr>
        <p:spPr/>
        <p:txBody>
          <a:bodyPr/>
          <a:lstStyle/>
          <a:p>
            <a:r>
              <a:rPr lang="en-US"/>
              <a:t>Click to edit Master title style</a:t>
            </a:r>
            <a:endParaRPr lang="id-ID"/>
          </a:p>
        </p:txBody>
      </p:sp>
      <p:sp>
        <p:nvSpPr>
          <p:cNvPr id="1049004" name="Content Placeholder 2"/>
          <p:cNvSpPr>
            <a:spLocks noGrp="1"/>
          </p:cNvSpPr>
          <p:nvPr>
            <p:ph sz="half" idx="1"/>
          </p:nvPr>
        </p:nvSpPr>
        <p:spPr>
          <a:xfrm>
            <a:off x="460132" y="1595438"/>
            <a:ext cx="4041531" cy="4538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1049005" name="Content Placeholder 3"/>
          <p:cNvSpPr>
            <a:spLocks noGrp="1"/>
          </p:cNvSpPr>
          <p:nvPr>
            <p:ph sz="half" idx="2"/>
          </p:nvPr>
        </p:nvSpPr>
        <p:spPr>
          <a:xfrm>
            <a:off x="4642340" y="1595438"/>
            <a:ext cx="4041531" cy="4538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1049006" name="Rectangle 4"/>
          <p:cNvSpPr>
            <a:spLocks noGrp="1" noChangeArrowheads="1"/>
          </p:cNvSpPr>
          <p:nvPr>
            <p:ph type="dt" sz="half" idx="10"/>
          </p:nvPr>
        </p:nvSpPr>
        <p:spPr/>
        <p:txBody>
          <a:bodyPr/>
          <a:lstStyle/>
          <a:p>
            <a:endParaRPr lang="en-US">
              <a:solidFill>
                <a:srgbClr val="000000"/>
              </a:solidFill>
            </a:endParaRPr>
          </a:p>
        </p:txBody>
      </p:sp>
      <p:sp>
        <p:nvSpPr>
          <p:cNvPr id="1049007" name="Rectangle 5"/>
          <p:cNvSpPr>
            <a:spLocks noGrp="1" noChangeArrowheads="1"/>
          </p:cNvSpPr>
          <p:nvPr>
            <p:ph type="ftr" sz="quarter" idx="11"/>
          </p:nvPr>
        </p:nvSpPr>
        <p:spPr/>
        <p:txBody>
          <a:bodyPr/>
          <a:lstStyle/>
          <a:p>
            <a:endParaRPr lang="en-US">
              <a:solidFill>
                <a:srgbClr val="000000"/>
              </a:solidFill>
            </a:endParaRPr>
          </a:p>
        </p:txBody>
      </p:sp>
      <p:sp>
        <p:nvSpPr>
          <p:cNvPr id="1049008" name="Rectangle 6"/>
          <p:cNvSpPr>
            <a:spLocks noGrp="1" noChangeArrowheads="1"/>
          </p:cNvSpPr>
          <p:nvPr>
            <p:ph type="sldNum" sz="quarter" idx="12"/>
          </p:nvPr>
        </p:nvSpPr>
        <p:spPr/>
        <p:txBody>
          <a:bodyPr/>
          <a:lstStyle/>
          <a:p>
            <a:fld id="{4268EDA7-A785-47D1-B98B-406EFD10D86F}" type="slidenum">
              <a:rPr lang="en-US" altLang="en-US">
                <a:solidFill>
                  <a:srgbClr val="000000"/>
                </a:solidFill>
              </a:rPr>
              <a:t>‹#›</a:t>
            </a:fld>
            <a:endParaRPr lang="en-US" altLang="en-US">
              <a:solidFill>
                <a:srgbClr val="000000"/>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9009" name="Title 1"/>
          <p:cNvSpPr>
            <a:spLocks noGrp="1"/>
          </p:cNvSpPr>
          <p:nvPr>
            <p:ph type="title"/>
          </p:nvPr>
        </p:nvSpPr>
        <p:spPr>
          <a:xfrm>
            <a:off x="457200" y="274638"/>
            <a:ext cx="8229600" cy="1143000"/>
          </a:xfrm>
        </p:spPr>
        <p:txBody>
          <a:bodyPr/>
          <a:lstStyle/>
          <a:p>
            <a:r>
              <a:rPr lang="en-US"/>
              <a:t>Click to edit Master title style</a:t>
            </a:r>
            <a:endParaRPr lang="id-ID"/>
          </a:p>
        </p:txBody>
      </p:sp>
      <p:sp>
        <p:nvSpPr>
          <p:cNvPr id="1049010" name="Text Placeholder 2"/>
          <p:cNvSpPr>
            <a:spLocks noGrp="1"/>
          </p:cNvSpPr>
          <p:nvPr>
            <p:ph type="body" idx="1"/>
          </p:nvPr>
        </p:nvSpPr>
        <p:spPr>
          <a:xfrm>
            <a:off x="457200" y="1535113"/>
            <a:ext cx="404006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9011" name="Content Placeholder 3"/>
          <p:cNvSpPr>
            <a:spLocks noGrp="1"/>
          </p:cNvSpPr>
          <p:nvPr>
            <p:ph sz="half" idx="2"/>
          </p:nvPr>
        </p:nvSpPr>
        <p:spPr>
          <a:xfrm>
            <a:off x="457200" y="2174875"/>
            <a:ext cx="404006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1049012" name="Text Placeholder 4"/>
          <p:cNvSpPr>
            <a:spLocks noGrp="1"/>
          </p:cNvSpPr>
          <p:nvPr>
            <p:ph type="body" sz="quarter" idx="3"/>
          </p:nvPr>
        </p:nvSpPr>
        <p:spPr>
          <a:xfrm>
            <a:off x="4645271" y="1535113"/>
            <a:ext cx="4041531"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9013" name="Content Placeholder 5"/>
          <p:cNvSpPr>
            <a:spLocks noGrp="1"/>
          </p:cNvSpPr>
          <p:nvPr>
            <p:ph sz="quarter" idx="4"/>
          </p:nvPr>
        </p:nvSpPr>
        <p:spPr>
          <a:xfrm>
            <a:off x="4645271" y="2174875"/>
            <a:ext cx="404153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1049014" name="Rectangle 4"/>
          <p:cNvSpPr>
            <a:spLocks noGrp="1" noChangeArrowheads="1"/>
          </p:cNvSpPr>
          <p:nvPr>
            <p:ph type="dt" sz="half" idx="10"/>
          </p:nvPr>
        </p:nvSpPr>
        <p:spPr/>
        <p:txBody>
          <a:bodyPr/>
          <a:lstStyle/>
          <a:p>
            <a:endParaRPr lang="en-US">
              <a:solidFill>
                <a:srgbClr val="000000"/>
              </a:solidFill>
            </a:endParaRPr>
          </a:p>
        </p:txBody>
      </p:sp>
      <p:sp>
        <p:nvSpPr>
          <p:cNvPr id="1049015" name="Rectangle 5"/>
          <p:cNvSpPr>
            <a:spLocks noGrp="1" noChangeArrowheads="1"/>
          </p:cNvSpPr>
          <p:nvPr>
            <p:ph type="ftr" sz="quarter" idx="11"/>
          </p:nvPr>
        </p:nvSpPr>
        <p:spPr/>
        <p:txBody>
          <a:bodyPr/>
          <a:lstStyle/>
          <a:p>
            <a:endParaRPr lang="en-US">
              <a:solidFill>
                <a:srgbClr val="000000"/>
              </a:solidFill>
            </a:endParaRPr>
          </a:p>
        </p:txBody>
      </p:sp>
      <p:sp>
        <p:nvSpPr>
          <p:cNvPr id="1049016" name="Rectangle 6"/>
          <p:cNvSpPr>
            <a:spLocks noGrp="1" noChangeArrowheads="1"/>
          </p:cNvSpPr>
          <p:nvPr>
            <p:ph type="sldNum" sz="quarter" idx="12"/>
          </p:nvPr>
        </p:nvSpPr>
        <p:spPr/>
        <p:txBody>
          <a:bodyPr/>
          <a:lstStyle/>
          <a:p>
            <a:fld id="{ECD1896D-0A26-4AD6-B213-A0D456B9924B}" type="slidenum">
              <a:rPr lang="en-US" altLang="en-US">
                <a:solidFill>
                  <a:srgbClr val="000000"/>
                </a:solidFill>
              </a:rPr>
              <a:t>‹#›</a:t>
            </a:fld>
            <a:endParaRPr lang="en-US" altLang="en-US">
              <a:solidFill>
                <a:srgbClr val="000000"/>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962" name="Title 1"/>
          <p:cNvSpPr>
            <a:spLocks noGrp="1"/>
          </p:cNvSpPr>
          <p:nvPr>
            <p:ph type="title"/>
          </p:nvPr>
        </p:nvSpPr>
        <p:spPr/>
        <p:txBody>
          <a:bodyPr/>
          <a:lstStyle/>
          <a:p>
            <a:r>
              <a:rPr lang="en-US"/>
              <a:t>Click to edit Master title style</a:t>
            </a:r>
            <a:endParaRPr lang="id-ID"/>
          </a:p>
        </p:txBody>
      </p:sp>
      <p:sp>
        <p:nvSpPr>
          <p:cNvPr id="1048963" name="Rectangle 4"/>
          <p:cNvSpPr>
            <a:spLocks noGrp="1" noChangeArrowheads="1"/>
          </p:cNvSpPr>
          <p:nvPr>
            <p:ph type="dt" sz="half" idx="10"/>
          </p:nvPr>
        </p:nvSpPr>
        <p:spPr/>
        <p:txBody>
          <a:bodyPr/>
          <a:lstStyle/>
          <a:p>
            <a:endParaRPr lang="en-US">
              <a:solidFill>
                <a:srgbClr val="000000"/>
              </a:solidFill>
            </a:endParaRPr>
          </a:p>
        </p:txBody>
      </p:sp>
      <p:sp>
        <p:nvSpPr>
          <p:cNvPr id="1048964" name="Rectangle 5"/>
          <p:cNvSpPr>
            <a:spLocks noGrp="1" noChangeArrowheads="1"/>
          </p:cNvSpPr>
          <p:nvPr>
            <p:ph type="ftr" sz="quarter" idx="11"/>
          </p:nvPr>
        </p:nvSpPr>
        <p:spPr/>
        <p:txBody>
          <a:bodyPr/>
          <a:lstStyle/>
          <a:p>
            <a:endParaRPr lang="en-US">
              <a:solidFill>
                <a:srgbClr val="000000"/>
              </a:solidFill>
            </a:endParaRPr>
          </a:p>
        </p:txBody>
      </p:sp>
      <p:sp>
        <p:nvSpPr>
          <p:cNvPr id="1048965" name="Rectangle 6"/>
          <p:cNvSpPr>
            <a:spLocks noGrp="1" noChangeArrowheads="1"/>
          </p:cNvSpPr>
          <p:nvPr>
            <p:ph type="sldNum" sz="quarter" idx="12"/>
          </p:nvPr>
        </p:nvSpPr>
        <p:spPr/>
        <p:txBody>
          <a:bodyPr/>
          <a:lstStyle/>
          <a:p>
            <a:fld id="{B623B151-4D1A-4D5F-ACBC-35219F074FFD}" type="slidenum">
              <a:rPr lang="en-US" altLang="en-US">
                <a:solidFill>
                  <a:srgbClr val="000000"/>
                </a:solidFill>
              </a:rPr>
              <a:t>‹#›</a:t>
            </a:fld>
            <a:endParaRPr lang="en-US" altLang="en-US">
              <a:solidFill>
                <a:srgbClr val="000000"/>
              </a:solidFil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12" name="Rectangle 4"/>
          <p:cNvSpPr>
            <a:spLocks noGrp="1" noChangeArrowheads="1"/>
          </p:cNvSpPr>
          <p:nvPr>
            <p:ph type="dt" sz="half" idx="10"/>
          </p:nvPr>
        </p:nvSpPr>
        <p:spPr/>
        <p:txBody>
          <a:bodyPr/>
          <a:lstStyle/>
          <a:p>
            <a:endParaRPr lang="en-US">
              <a:solidFill>
                <a:srgbClr val="000000"/>
              </a:solidFill>
            </a:endParaRPr>
          </a:p>
        </p:txBody>
      </p:sp>
      <p:sp>
        <p:nvSpPr>
          <p:cNvPr id="1048713" name="Rectangle 5"/>
          <p:cNvSpPr>
            <a:spLocks noGrp="1" noChangeArrowheads="1"/>
          </p:cNvSpPr>
          <p:nvPr>
            <p:ph type="ftr" sz="quarter" idx="11"/>
          </p:nvPr>
        </p:nvSpPr>
        <p:spPr/>
        <p:txBody>
          <a:bodyPr/>
          <a:lstStyle/>
          <a:p>
            <a:endParaRPr lang="en-US">
              <a:solidFill>
                <a:srgbClr val="000000"/>
              </a:solidFill>
            </a:endParaRPr>
          </a:p>
        </p:txBody>
      </p:sp>
      <p:sp>
        <p:nvSpPr>
          <p:cNvPr id="1048714" name="Rectangle 6"/>
          <p:cNvSpPr>
            <a:spLocks noGrp="1" noChangeArrowheads="1"/>
          </p:cNvSpPr>
          <p:nvPr>
            <p:ph type="sldNum" sz="quarter" idx="12"/>
          </p:nvPr>
        </p:nvSpPr>
        <p:spPr/>
        <p:txBody>
          <a:bodyPr/>
          <a:lstStyle/>
          <a:p>
            <a:fld id="{A9EBC87F-D54B-4E31-B70A-F570FAFA7B0A}" type="slidenum">
              <a:rPr lang="en-US" altLang="en-US">
                <a:solidFill>
                  <a:srgbClr val="000000"/>
                </a:solidFill>
              </a:rPr>
              <a:t>‹#›</a:t>
            </a:fld>
            <a:endParaRPr lang="en-US" altLang="en-US">
              <a:solidFill>
                <a:srgbClr val="000000"/>
              </a:solidFil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991" name="Title 1"/>
          <p:cNvSpPr>
            <a:spLocks noGrp="1"/>
          </p:cNvSpPr>
          <p:nvPr>
            <p:ph type="title"/>
          </p:nvPr>
        </p:nvSpPr>
        <p:spPr>
          <a:xfrm>
            <a:off x="457201" y="273050"/>
            <a:ext cx="3008435" cy="1162050"/>
          </a:xfrm>
        </p:spPr>
        <p:txBody>
          <a:bodyPr anchor="b"/>
          <a:lstStyle>
            <a:lvl1pPr algn="l">
              <a:defRPr sz="2000" b="1"/>
            </a:lvl1pPr>
          </a:lstStyle>
          <a:p>
            <a:r>
              <a:rPr lang="en-US"/>
              <a:t>Click to edit Master title style</a:t>
            </a:r>
            <a:endParaRPr lang="id-ID"/>
          </a:p>
        </p:txBody>
      </p:sp>
      <p:sp>
        <p:nvSpPr>
          <p:cNvPr id="1048992" name="Content Placeholder 2"/>
          <p:cNvSpPr>
            <a:spLocks noGrp="1"/>
          </p:cNvSpPr>
          <p:nvPr>
            <p:ph idx="1"/>
          </p:nvPr>
        </p:nvSpPr>
        <p:spPr>
          <a:xfrm>
            <a:off x="3575538" y="273053"/>
            <a:ext cx="511126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1048993" name="Text Placeholder 3"/>
          <p:cNvSpPr>
            <a:spLocks noGrp="1"/>
          </p:cNvSpPr>
          <p:nvPr>
            <p:ph type="body" sz="half" idx="2"/>
          </p:nvPr>
        </p:nvSpPr>
        <p:spPr>
          <a:xfrm>
            <a:off x="457201" y="1435103"/>
            <a:ext cx="3008435"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994" name="Rectangle 4"/>
          <p:cNvSpPr>
            <a:spLocks noGrp="1" noChangeArrowheads="1"/>
          </p:cNvSpPr>
          <p:nvPr>
            <p:ph type="dt" sz="half" idx="10"/>
          </p:nvPr>
        </p:nvSpPr>
        <p:spPr/>
        <p:txBody>
          <a:bodyPr/>
          <a:lstStyle/>
          <a:p>
            <a:endParaRPr lang="en-US">
              <a:solidFill>
                <a:srgbClr val="000000"/>
              </a:solidFill>
            </a:endParaRPr>
          </a:p>
        </p:txBody>
      </p:sp>
      <p:sp>
        <p:nvSpPr>
          <p:cNvPr id="1048995" name="Rectangle 5"/>
          <p:cNvSpPr>
            <a:spLocks noGrp="1" noChangeArrowheads="1"/>
          </p:cNvSpPr>
          <p:nvPr>
            <p:ph type="ftr" sz="quarter" idx="11"/>
          </p:nvPr>
        </p:nvSpPr>
        <p:spPr/>
        <p:txBody>
          <a:bodyPr/>
          <a:lstStyle/>
          <a:p>
            <a:endParaRPr lang="en-US">
              <a:solidFill>
                <a:srgbClr val="000000"/>
              </a:solidFill>
            </a:endParaRPr>
          </a:p>
        </p:txBody>
      </p:sp>
      <p:sp>
        <p:nvSpPr>
          <p:cNvPr id="1048996" name="Rectangle 6"/>
          <p:cNvSpPr>
            <a:spLocks noGrp="1" noChangeArrowheads="1"/>
          </p:cNvSpPr>
          <p:nvPr>
            <p:ph type="sldNum" sz="quarter" idx="12"/>
          </p:nvPr>
        </p:nvSpPr>
        <p:spPr/>
        <p:txBody>
          <a:bodyPr/>
          <a:lstStyle/>
          <a:p>
            <a:fld id="{A4EF191D-7029-4CC9-BB3A-5F1A2A0A9633}" type="slidenum">
              <a:rPr lang="en-US" altLang="en-US">
                <a:solidFill>
                  <a:srgbClr val="000000"/>
                </a:solidFill>
              </a:rPr>
              <a:t>‹#›</a:t>
            </a:fld>
            <a:endParaRPr lang="en-US" altLang="en-US">
              <a:solidFill>
                <a:srgbClr val="000000"/>
              </a:solidFil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997" name="Title 1"/>
          <p:cNvSpPr>
            <a:spLocks noGrp="1"/>
          </p:cNvSpPr>
          <p:nvPr>
            <p:ph type="title"/>
          </p:nvPr>
        </p:nvSpPr>
        <p:spPr>
          <a:xfrm>
            <a:off x="1792166" y="4800600"/>
            <a:ext cx="5486400" cy="566738"/>
          </a:xfrm>
        </p:spPr>
        <p:txBody>
          <a:bodyPr anchor="b"/>
          <a:lstStyle>
            <a:lvl1pPr algn="l">
              <a:defRPr sz="2000" b="1"/>
            </a:lvl1pPr>
          </a:lstStyle>
          <a:p>
            <a:r>
              <a:rPr lang="en-US"/>
              <a:t>Click to edit Master title style</a:t>
            </a:r>
            <a:endParaRPr lang="id-ID"/>
          </a:p>
        </p:txBody>
      </p:sp>
      <p:sp>
        <p:nvSpPr>
          <p:cNvPr id="1048998" name="Picture Placeholder 2"/>
          <p:cNvSpPr>
            <a:spLocks noGrp="1"/>
          </p:cNvSpPr>
          <p:nvPr>
            <p:ph type="pic" idx="1"/>
          </p:nvPr>
        </p:nvSpPr>
        <p:spPr>
          <a:xfrm>
            <a:off x="1792166"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id-ID" noProof="0"/>
          </a:p>
        </p:txBody>
      </p:sp>
      <p:sp>
        <p:nvSpPr>
          <p:cNvPr id="1048999" name="Text Placeholder 3"/>
          <p:cNvSpPr>
            <a:spLocks noGrp="1"/>
          </p:cNvSpPr>
          <p:nvPr>
            <p:ph type="body" sz="half" idx="2"/>
          </p:nvPr>
        </p:nvSpPr>
        <p:spPr>
          <a:xfrm>
            <a:off x="1792166"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9000" name="Rectangle 4"/>
          <p:cNvSpPr>
            <a:spLocks noGrp="1" noChangeArrowheads="1"/>
          </p:cNvSpPr>
          <p:nvPr>
            <p:ph type="dt" sz="half" idx="10"/>
          </p:nvPr>
        </p:nvSpPr>
        <p:spPr/>
        <p:txBody>
          <a:bodyPr/>
          <a:lstStyle/>
          <a:p>
            <a:endParaRPr lang="en-US">
              <a:solidFill>
                <a:srgbClr val="000000"/>
              </a:solidFill>
            </a:endParaRPr>
          </a:p>
        </p:txBody>
      </p:sp>
      <p:sp>
        <p:nvSpPr>
          <p:cNvPr id="1049001" name="Rectangle 5"/>
          <p:cNvSpPr>
            <a:spLocks noGrp="1" noChangeArrowheads="1"/>
          </p:cNvSpPr>
          <p:nvPr>
            <p:ph type="ftr" sz="quarter" idx="11"/>
          </p:nvPr>
        </p:nvSpPr>
        <p:spPr/>
        <p:txBody>
          <a:bodyPr/>
          <a:lstStyle/>
          <a:p>
            <a:endParaRPr lang="en-US">
              <a:solidFill>
                <a:srgbClr val="000000"/>
              </a:solidFill>
            </a:endParaRPr>
          </a:p>
        </p:txBody>
      </p:sp>
      <p:sp>
        <p:nvSpPr>
          <p:cNvPr id="1049002" name="Rectangle 6"/>
          <p:cNvSpPr>
            <a:spLocks noGrp="1" noChangeArrowheads="1"/>
          </p:cNvSpPr>
          <p:nvPr>
            <p:ph type="sldNum" sz="quarter" idx="12"/>
          </p:nvPr>
        </p:nvSpPr>
        <p:spPr/>
        <p:txBody>
          <a:bodyPr/>
          <a:lstStyle/>
          <a:p>
            <a:fld id="{A8464121-9687-4A96-BAF8-AD2ED89B259F}" type="slidenum">
              <a:rPr lang="en-US" altLang="en-US">
                <a:solidFill>
                  <a:srgbClr val="000000"/>
                </a:solidFill>
              </a:rPr>
              <a:t>‹#›</a:t>
            </a:fld>
            <a:endParaRPr lang="en-US" altLang="en-US">
              <a:solidFill>
                <a:srgbClr val="000000"/>
              </a:solidFil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971" name="Title 1"/>
          <p:cNvSpPr>
            <a:spLocks noGrp="1"/>
          </p:cNvSpPr>
          <p:nvPr>
            <p:ph type="title"/>
          </p:nvPr>
        </p:nvSpPr>
        <p:spPr/>
        <p:txBody>
          <a:bodyPr/>
          <a:lstStyle/>
          <a:p>
            <a:r>
              <a:rPr lang="en-US"/>
              <a:t>Click to edit Master title style</a:t>
            </a:r>
            <a:endParaRPr lang="id-ID"/>
          </a:p>
        </p:txBody>
      </p:sp>
      <p:sp>
        <p:nvSpPr>
          <p:cNvPr id="1048972"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1048973" name="Rectangle 4"/>
          <p:cNvSpPr>
            <a:spLocks noGrp="1" noChangeArrowheads="1"/>
          </p:cNvSpPr>
          <p:nvPr>
            <p:ph type="dt" sz="half" idx="10"/>
          </p:nvPr>
        </p:nvSpPr>
        <p:spPr/>
        <p:txBody>
          <a:bodyPr/>
          <a:lstStyle/>
          <a:p>
            <a:endParaRPr lang="en-US">
              <a:solidFill>
                <a:srgbClr val="000000"/>
              </a:solidFill>
            </a:endParaRPr>
          </a:p>
        </p:txBody>
      </p:sp>
      <p:sp>
        <p:nvSpPr>
          <p:cNvPr id="1048974" name="Rectangle 5"/>
          <p:cNvSpPr>
            <a:spLocks noGrp="1" noChangeArrowheads="1"/>
          </p:cNvSpPr>
          <p:nvPr>
            <p:ph type="ftr" sz="quarter" idx="11"/>
          </p:nvPr>
        </p:nvSpPr>
        <p:spPr/>
        <p:txBody>
          <a:bodyPr/>
          <a:lstStyle/>
          <a:p>
            <a:endParaRPr lang="en-US">
              <a:solidFill>
                <a:srgbClr val="000000"/>
              </a:solidFill>
            </a:endParaRPr>
          </a:p>
        </p:txBody>
      </p:sp>
      <p:sp>
        <p:nvSpPr>
          <p:cNvPr id="1048975" name="Rectangle 6"/>
          <p:cNvSpPr>
            <a:spLocks noGrp="1" noChangeArrowheads="1"/>
          </p:cNvSpPr>
          <p:nvPr>
            <p:ph type="sldNum" sz="quarter" idx="12"/>
          </p:nvPr>
        </p:nvSpPr>
        <p:spPr/>
        <p:txBody>
          <a:bodyPr/>
          <a:lstStyle/>
          <a:p>
            <a:fld id="{2F41EE16-C3CB-4A7B-B327-80FDDEF78514}" type="slidenum">
              <a:rPr lang="en-US" altLang="en-US">
                <a:solidFill>
                  <a:srgbClr val="000000"/>
                </a:solidFill>
              </a:rPr>
              <a:t>‹#›</a:t>
            </a:fld>
            <a:endParaRPr lang="en-US" altLang="en-US">
              <a:solidFill>
                <a:srgbClr val="000000"/>
              </a:solidFil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966" name="Vertical Title 1"/>
          <p:cNvSpPr>
            <a:spLocks noGrp="1"/>
          </p:cNvSpPr>
          <p:nvPr>
            <p:ph type="title" orient="vert"/>
          </p:nvPr>
        </p:nvSpPr>
        <p:spPr>
          <a:xfrm>
            <a:off x="6627935" y="276228"/>
            <a:ext cx="2055934" cy="5857875"/>
          </a:xfrm>
        </p:spPr>
        <p:txBody>
          <a:bodyPr vert="eaVert"/>
          <a:lstStyle/>
          <a:p>
            <a:r>
              <a:rPr lang="en-US"/>
              <a:t>Click to edit Master title style</a:t>
            </a:r>
            <a:endParaRPr lang="id-ID"/>
          </a:p>
        </p:txBody>
      </p:sp>
      <p:sp>
        <p:nvSpPr>
          <p:cNvPr id="1048967" name="Vertical Text Placeholder 2"/>
          <p:cNvSpPr>
            <a:spLocks noGrp="1"/>
          </p:cNvSpPr>
          <p:nvPr>
            <p:ph type="body" orient="vert" idx="1"/>
          </p:nvPr>
        </p:nvSpPr>
        <p:spPr>
          <a:xfrm>
            <a:off x="460132" y="276228"/>
            <a:ext cx="6027127" cy="5857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1048968" name="Rectangle 4"/>
          <p:cNvSpPr>
            <a:spLocks noGrp="1" noChangeArrowheads="1"/>
          </p:cNvSpPr>
          <p:nvPr>
            <p:ph type="dt" sz="half" idx="10"/>
          </p:nvPr>
        </p:nvSpPr>
        <p:spPr/>
        <p:txBody>
          <a:bodyPr/>
          <a:lstStyle/>
          <a:p>
            <a:endParaRPr lang="en-US">
              <a:solidFill>
                <a:srgbClr val="000000"/>
              </a:solidFill>
            </a:endParaRPr>
          </a:p>
        </p:txBody>
      </p:sp>
      <p:sp>
        <p:nvSpPr>
          <p:cNvPr id="1048969" name="Rectangle 5"/>
          <p:cNvSpPr>
            <a:spLocks noGrp="1" noChangeArrowheads="1"/>
          </p:cNvSpPr>
          <p:nvPr>
            <p:ph type="ftr" sz="quarter" idx="11"/>
          </p:nvPr>
        </p:nvSpPr>
        <p:spPr/>
        <p:txBody>
          <a:bodyPr/>
          <a:lstStyle/>
          <a:p>
            <a:endParaRPr lang="en-US">
              <a:solidFill>
                <a:srgbClr val="000000"/>
              </a:solidFill>
            </a:endParaRPr>
          </a:p>
        </p:txBody>
      </p:sp>
      <p:sp>
        <p:nvSpPr>
          <p:cNvPr id="1048970" name="Rectangle 6"/>
          <p:cNvSpPr>
            <a:spLocks noGrp="1" noChangeArrowheads="1"/>
          </p:cNvSpPr>
          <p:nvPr>
            <p:ph type="sldNum" sz="quarter" idx="12"/>
          </p:nvPr>
        </p:nvSpPr>
        <p:spPr/>
        <p:txBody>
          <a:bodyPr/>
          <a:lstStyle/>
          <a:p>
            <a:fld id="{59D60685-EA24-4EDF-89EE-8A3ED41D9786}" type="slidenum">
              <a:rPr lang="en-US" altLang="en-US">
                <a:solidFill>
                  <a:srgbClr val="000000"/>
                </a:solidFill>
              </a:rPr>
              <a:t>‹#›</a:t>
            </a:fld>
            <a:endParaRPr lang="en-US" altLang="en-US">
              <a:solidFill>
                <a:srgbClr val="000000"/>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4.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048607" name="Rectangle 6"/>
          <p:cNvSpPr/>
          <p:nvPr/>
        </p:nvSpPr>
        <p:spPr>
          <a:xfrm>
            <a:off x="0" y="-1"/>
            <a:ext cx="36576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48608" name="Rectangle 7"/>
          <p:cNvSpPr/>
          <p:nvPr/>
        </p:nvSpPr>
        <p:spPr>
          <a:xfrm>
            <a:off x="255291" y="5047394"/>
            <a:ext cx="73152"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48609" name="Rectangle 8"/>
          <p:cNvSpPr/>
          <p:nvPr/>
        </p:nvSpPr>
        <p:spPr>
          <a:xfrm>
            <a:off x="255291" y="4796819"/>
            <a:ext cx="73152"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48610" name="Rectangle 9"/>
          <p:cNvSpPr/>
          <p:nvPr/>
        </p:nvSpPr>
        <p:spPr>
          <a:xfrm>
            <a:off x="255291" y="4637685"/>
            <a:ext cx="73152"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48611" name="Rectangle 10"/>
          <p:cNvSpPr/>
          <p:nvPr/>
        </p:nvSpPr>
        <p:spPr>
          <a:xfrm>
            <a:off x="255291" y="4542559"/>
            <a:ext cx="73152"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1048612" name="Rectangle 11"/>
          <p:cNvSpPr/>
          <p:nvPr/>
        </p:nvSpPr>
        <p:spPr>
          <a:xfrm>
            <a:off x="309558" y="680477"/>
            <a:ext cx="45720"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1048613" name="Rectangle 14"/>
          <p:cNvSpPr/>
          <p:nvPr/>
        </p:nvSpPr>
        <p:spPr>
          <a:xfrm>
            <a:off x="269073" y="680477"/>
            <a:ext cx="2743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1048614" name="Rectangle 15"/>
          <p:cNvSpPr/>
          <p:nvPr/>
        </p:nvSpPr>
        <p:spPr>
          <a:xfrm>
            <a:off x="250020" y="680477"/>
            <a:ext cx="9144"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48615" name="Rectangle 16"/>
          <p:cNvSpPr/>
          <p:nvPr/>
        </p:nvSpPr>
        <p:spPr>
          <a:xfrm>
            <a:off x="221768" y="680477"/>
            <a:ext cx="9144"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1048616" name="Title Placeholder 21"/>
          <p:cNvSpPr>
            <a:spLocks noGrp="1"/>
          </p:cNvSpPr>
          <p:nvPr>
            <p:ph type="title"/>
          </p:nvPr>
        </p:nvSpPr>
        <p:spPr>
          <a:xfrm>
            <a:off x="914400" y="512064"/>
            <a:ext cx="7772400" cy="914400"/>
          </a:xfrm>
          <a:prstGeom prst="rect">
            <a:avLst/>
          </a:prstGeom>
        </p:spPr>
        <p:txBody>
          <a:bodyPr vert="horz" anchor="t">
            <a:noAutofit/>
          </a:bodyPr>
          <a:lstStyle/>
          <a:p>
            <a:r>
              <a:rPr kumimoji="0" lang="en-US"/>
              <a:t>Click to edit Master title style</a:t>
            </a:r>
          </a:p>
        </p:txBody>
      </p:sp>
      <p:sp>
        <p:nvSpPr>
          <p:cNvPr id="1048617" name="Text Placeholder 12"/>
          <p:cNvSpPr>
            <a:spLocks noGrp="1"/>
          </p:cNvSpPr>
          <p:nvPr>
            <p:ph type="body" idx="1"/>
          </p:nvPr>
        </p:nvSpPr>
        <p:spPr>
          <a:xfrm>
            <a:off x="914400" y="1783560"/>
            <a:ext cx="7772400" cy="457200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48618" name="Date Placeholder 13"/>
          <p:cNvSpPr>
            <a:spLocks noGrp="1"/>
          </p:cNvSpPr>
          <p:nvPr>
            <p:ph type="dt" sz="half" idx="2"/>
          </p:nvPr>
        </p:nvSpPr>
        <p:spPr>
          <a:xfrm>
            <a:off x="6477000" y="6416681"/>
            <a:ext cx="2133600" cy="365125"/>
          </a:xfrm>
          <a:prstGeom prst="rect">
            <a:avLst/>
          </a:prstGeom>
        </p:spPr>
        <p:txBody>
          <a:bodyPr vert="horz" anchor="b"/>
          <a:lstStyle>
            <a:lvl1pPr algn="l" eaLnBrk="1" latinLnBrk="0" hangingPunct="1">
              <a:defRPr kumimoji="0" sz="1100">
                <a:solidFill>
                  <a:schemeClr val="tx2"/>
                </a:solidFill>
              </a:defRPr>
            </a:lvl1pPr>
          </a:lstStyle>
          <a:p>
            <a:fld id="{EC9C4F38-7515-4D63-A9F0-4D8507C04DD6}" type="datetimeFigureOut">
              <a:rPr lang="id-ID" smtClean="0">
                <a:solidFill>
                  <a:srgbClr val="D6ECFF"/>
                </a:solidFill>
              </a:rPr>
              <a:t>02/06/2026</a:t>
            </a:fld>
            <a:endParaRPr lang="id-ID">
              <a:solidFill>
                <a:srgbClr val="D6ECFF"/>
              </a:solidFill>
            </a:endParaRPr>
          </a:p>
        </p:txBody>
      </p:sp>
      <p:sp>
        <p:nvSpPr>
          <p:cNvPr id="1048619" name="Footer Placeholder 2"/>
          <p:cNvSpPr>
            <a:spLocks noGrp="1"/>
          </p:cNvSpPr>
          <p:nvPr>
            <p:ph type="ftr" sz="quarter" idx="3"/>
          </p:nvPr>
        </p:nvSpPr>
        <p:spPr>
          <a:xfrm>
            <a:off x="914400" y="6416681"/>
            <a:ext cx="5562600" cy="365125"/>
          </a:xfrm>
          <a:prstGeom prst="rect">
            <a:avLst/>
          </a:prstGeom>
        </p:spPr>
        <p:txBody>
          <a:bodyPr vert="horz" anchor="b"/>
          <a:lstStyle>
            <a:lvl1pPr algn="r" eaLnBrk="1" latinLnBrk="0" hangingPunct="1">
              <a:defRPr kumimoji="0" sz="1100">
                <a:solidFill>
                  <a:schemeClr val="tx2"/>
                </a:solidFill>
              </a:defRPr>
            </a:lvl1pPr>
          </a:lstStyle>
          <a:p>
            <a:endParaRPr lang="id-ID">
              <a:solidFill>
                <a:srgbClr val="D6ECFF"/>
              </a:solidFill>
            </a:endParaRPr>
          </a:p>
        </p:txBody>
      </p:sp>
      <p:sp>
        <p:nvSpPr>
          <p:cNvPr id="1048620" name="Slide Number Placeholder 22"/>
          <p:cNvSpPr>
            <a:spLocks noGrp="1"/>
          </p:cNvSpPr>
          <p:nvPr>
            <p:ph type="sldNum" sz="quarter" idx="4"/>
          </p:nvPr>
        </p:nvSpPr>
        <p:spPr>
          <a:xfrm>
            <a:off x="8610600" y="6416681"/>
            <a:ext cx="457200" cy="365125"/>
          </a:xfrm>
          <a:prstGeom prst="rect">
            <a:avLst/>
          </a:prstGeom>
        </p:spPr>
        <p:txBody>
          <a:bodyPr vert="horz" anchor="b"/>
          <a:lstStyle>
            <a:lvl1pPr algn="l" eaLnBrk="1" latinLnBrk="0" hangingPunct="1">
              <a:defRPr kumimoji="0" sz="1200">
                <a:solidFill>
                  <a:schemeClr val="tx2"/>
                </a:solidFill>
              </a:defRPr>
            </a:lvl1pPr>
          </a:lstStyle>
          <a:p>
            <a:fld id="{1B2BD29A-B255-4263-9429-3B042F9B0D40}" type="slidenum">
              <a:rPr lang="id-ID" smtClean="0">
                <a:solidFill>
                  <a:srgbClr val="D6ECFF"/>
                </a:solidFill>
              </a:rPr>
              <a:t>‹#›</a:t>
            </a:fld>
            <a:endParaRPr lang="id-ID">
              <a:solidFill>
                <a:srgbClr val="D6ECFF"/>
              </a:solidFill>
            </a:endParaRPr>
          </a:p>
        </p:txBody>
      </p:sp>
    </p:spTree>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l" rtl="0" eaLnBrk="1" latinLnBrk="0" hangingPunct="1">
        <a:spcBef>
          <a:spcPct val="0"/>
        </a:spcBef>
        <a:buNone/>
        <a:defRPr kumimoji="0" sz="4000" kern="1200" spc="-100" baseline="0">
          <a:solidFill>
            <a:schemeClr val="tx2">
              <a:satMod val="200000"/>
            </a:schemeClr>
          </a:solidFill>
          <a:latin typeface="+mj-lt"/>
          <a:ea typeface="+mj-ea"/>
          <a:cs typeface="+mj-cs"/>
        </a:defRPr>
      </a:lvl1pPr>
    </p:titleStyle>
    <p:bodyStyle>
      <a:lvl1pPr marL="411480" indent="-342900" algn="l" rtl="0" eaLnBrk="1" latinLnBrk="0" hangingPunct="1">
        <a:spcBef>
          <a:spcPts val="700"/>
        </a:spcBef>
        <a:buClr>
          <a:schemeClr val="tx2"/>
        </a:buClr>
        <a:buSzPct val="95000"/>
        <a:buFont typeface="Wingdings"/>
        <a:buChar char=""/>
        <a:defRPr kumimoji="0" sz="3000" kern="1200">
          <a:solidFill>
            <a:schemeClr val="tx1"/>
          </a:solidFill>
          <a:latin typeface="+mn-lt"/>
          <a:ea typeface="+mn-ea"/>
          <a:cs typeface="+mn-cs"/>
        </a:defRPr>
      </a:lvl1pPr>
      <a:lvl2pPr marL="740664" indent="-285750" algn="l" rtl="0" eaLnBrk="1" latinLnBrk="0" hangingPunct="1">
        <a:spcBef>
          <a:spcPct val="20000"/>
        </a:spcBef>
        <a:buClr>
          <a:schemeClr val="accent2"/>
        </a:buClr>
        <a:buSzPct val="90000"/>
        <a:buFont typeface="Wingdings"/>
        <a:buChar char=""/>
        <a:defRPr kumimoji="0" sz="2600" kern="1200">
          <a:solidFill>
            <a:schemeClr val="tx1"/>
          </a:solidFill>
          <a:latin typeface="+mn-lt"/>
          <a:ea typeface="+mn-ea"/>
          <a:cs typeface="+mn-cs"/>
        </a:defRPr>
      </a:lvl2pPr>
      <a:lvl3pPr marL="996696" indent="-228600" algn="l" rtl="0" eaLnBrk="1" latinLnBrk="0" hangingPunct="1">
        <a:spcBef>
          <a:spcPct val="20000"/>
        </a:spcBef>
        <a:buClr>
          <a:schemeClr val="accent2"/>
        </a:buClr>
        <a:buFont typeface="Wingdings 2"/>
        <a:buChar char=""/>
        <a:defRPr kumimoji="0" sz="2400" kern="1200">
          <a:solidFill>
            <a:schemeClr val="tx1"/>
          </a:solidFill>
          <a:latin typeface="+mn-lt"/>
          <a:ea typeface="+mn-ea"/>
          <a:cs typeface="+mn-cs"/>
        </a:defRPr>
      </a:lvl3pPr>
      <a:lvl4pPr marL="1261872" indent="-228600" algn="l" rtl="0" eaLnBrk="1" latinLnBrk="0" hangingPunct="1">
        <a:spcBef>
          <a:spcPct val="20000"/>
        </a:spcBef>
        <a:buClr>
          <a:schemeClr val="accent3"/>
        </a:buClr>
        <a:buFont typeface="Wingdings 3"/>
        <a:buChar char=""/>
        <a:defRPr kumimoji="0" sz="2200" kern="1200">
          <a:solidFill>
            <a:schemeClr val="tx1"/>
          </a:solidFill>
          <a:latin typeface="+mn-lt"/>
          <a:ea typeface="+mn-ea"/>
          <a:cs typeface="+mn-cs"/>
        </a:defRPr>
      </a:lvl4pPr>
      <a:lvl5pPr marL="1481328" indent="-210312" algn="l" rtl="0" eaLnBrk="1" latinLnBrk="0" hangingPunct="1">
        <a:spcBef>
          <a:spcPct val="20000"/>
        </a:spcBef>
        <a:buClr>
          <a:schemeClr val="accent3"/>
        </a:buClr>
        <a:buFont typeface="Wingdings 2"/>
        <a:buChar char=""/>
        <a:defRPr kumimoji="0" sz="2000" kern="1200">
          <a:solidFill>
            <a:schemeClr val="tx1"/>
          </a:solidFill>
          <a:latin typeface="+mn-lt"/>
          <a:ea typeface="+mn-ea"/>
          <a:cs typeface="+mn-cs"/>
        </a:defRPr>
      </a:lvl5pPr>
      <a:lvl6pPr marL="1709928" indent="-210312"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952"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3976"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1048653"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1048654" name="Text Placeholder 2"/>
          <p:cNvSpPr>
            <a:spLocks noGrp="1"/>
          </p:cNvSpPr>
          <p:nvPr>
            <p:ph type="body" idx="1"/>
          </p:nvPr>
        </p:nvSpPr>
        <p:spPr>
          <a:xfrm>
            <a:off x="457200" y="1600206"/>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5" name="Date Placeholder 3"/>
          <p:cNvSpPr>
            <a:spLocks noGrp="1"/>
          </p:cNvSpPr>
          <p:nvPr>
            <p:ph type="dt" sz="half" idx="2"/>
          </p:nvPr>
        </p:nvSpPr>
        <p:spPr>
          <a:xfrm>
            <a:off x="457200" y="6356356"/>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DCA358-5B85-408B-8104-ECAD3963121C}" type="datetimeFigureOut">
              <a:rPr lang="en-US" smtClean="0">
                <a:solidFill>
                  <a:prstClr val="white">
                    <a:tint val="75000"/>
                  </a:prstClr>
                </a:solidFill>
              </a:rPr>
              <a:t>6/2/2026</a:t>
            </a:fld>
            <a:endParaRPr lang="en-US">
              <a:solidFill>
                <a:prstClr val="white">
                  <a:tint val="75000"/>
                </a:prstClr>
              </a:solidFill>
            </a:endParaRPr>
          </a:p>
        </p:txBody>
      </p:sp>
      <p:sp>
        <p:nvSpPr>
          <p:cNvPr id="1048656" name="Footer Placeholder 4"/>
          <p:cNvSpPr>
            <a:spLocks noGrp="1"/>
          </p:cNvSpPr>
          <p:nvPr>
            <p:ph type="ftr" sz="quarter" idx="3"/>
          </p:nvPr>
        </p:nvSpPr>
        <p:spPr>
          <a:xfrm>
            <a:off x="3124200" y="6356356"/>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white">
                  <a:tint val="75000"/>
                </a:prstClr>
              </a:solidFill>
            </a:endParaRPr>
          </a:p>
        </p:txBody>
      </p:sp>
      <p:sp>
        <p:nvSpPr>
          <p:cNvPr id="1048657" name="Slide Number Placeholder 5"/>
          <p:cNvSpPr>
            <a:spLocks noGrp="1"/>
          </p:cNvSpPr>
          <p:nvPr>
            <p:ph type="sldNum" sz="quarter" idx="4"/>
          </p:nvPr>
        </p:nvSpPr>
        <p:spPr>
          <a:xfrm>
            <a:off x="6553200" y="6356356"/>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1199A3-966C-47D6-BF56-3B733E231D4D}" type="slidenum">
              <a:rPr lang="en-US" smtClean="0">
                <a:solidFill>
                  <a:prstClr val="white">
                    <a:tint val="75000"/>
                  </a:prstClr>
                </a:solidFill>
              </a:rPr>
              <a:t>‹#›</a:t>
            </a:fld>
            <a:endParaRPr lang="en-US">
              <a:solidFill>
                <a:prstClr val="white">
                  <a:tint val="75000"/>
                </a:prstClr>
              </a:solidFill>
            </a:endParaRPr>
          </a:p>
        </p:txBody>
      </p:sp>
    </p:spTree>
  </p:cSld>
  <p:clrMap bg1="dk1" tx1="lt1" bg2="dk2" tx2="lt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1048577" name="Text Placeholder 2"/>
          <p:cNvSpPr>
            <a:spLocks noGrp="1"/>
          </p:cNvSpPr>
          <p:nvPr>
            <p:ph type="body" idx="1"/>
          </p:nvPr>
        </p:nvSpPr>
        <p:spPr>
          <a:xfrm>
            <a:off x="457200" y="1600206"/>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048578" name="Date Placeholder 3"/>
          <p:cNvSpPr>
            <a:spLocks noGrp="1"/>
          </p:cNvSpPr>
          <p:nvPr>
            <p:ph type="dt" sz="half" idx="2"/>
          </p:nvPr>
        </p:nvSpPr>
        <p:spPr>
          <a:xfrm>
            <a:off x="457200" y="6356356"/>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43A38A-F4E0-4F41-90DD-D664F19FC956}" type="datetime1">
              <a:rPr lang="en-AU" smtClean="0">
                <a:solidFill>
                  <a:prstClr val="black">
                    <a:tint val="75000"/>
                  </a:prstClr>
                </a:solidFill>
              </a:rPr>
              <a:t>2/06/2026</a:t>
            </a:fld>
            <a:endParaRPr lang="en-AU">
              <a:solidFill>
                <a:prstClr val="black">
                  <a:tint val="75000"/>
                </a:prstClr>
              </a:solidFill>
            </a:endParaRPr>
          </a:p>
        </p:txBody>
      </p:sp>
      <p:sp>
        <p:nvSpPr>
          <p:cNvPr id="1048579" name="Footer Placeholder 4"/>
          <p:cNvSpPr>
            <a:spLocks noGrp="1"/>
          </p:cNvSpPr>
          <p:nvPr>
            <p:ph type="ftr" sz="quarter" idx="3"/>
          </p:nvPr>
        </p:nvSpPr>
        <p:spPr>
          <a:xfrm>
            <a:off x="3124200" y="6356356"/>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solidFill>
                <a:prstClr val="black">
                  <a:tint val="75000"/>
                </a:prstClr>
              </a:solidFill>
            </a:endParaRPr>
          </a:p>
        </p:txBody>
      </p:sp>
      <p:sp>
        <p:nvSpPr>
          <p:cNvPr id="1048580" name="Slide Number Placeholder 5"/>
          <p:cNvSpPr>
            <a:spLocks noGrp="1"/>
          </p:cNvSpPr>
          <p:nvPr>
            <p:ph type="sldNum" sz="quarter" idx="4"/>
          </p:nvPr>
        </p:nvSpPr>
        <p:spPr>
          <a:xfrm>
            <a:off x="6553200" y="6356356"/>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A60B0-18E4-4844-8F0C-80FAE1C1ADD8}" type="slidenum">
              <a:rPr lang="en-AU" smtClean="0">
                <a:solidFill>
                  <a:prstClr val="black">
                    <a:tint val="75000"/>
                  </a:prstClr>
                </a:solidFill>
              </a:rPr>
              <a:t>‹#›</a:t>
            </a:fld>
            <a:endParaRPr lang="en-AU">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707" name="Rectangle 2"/>
          <p:cNvSpPr>
            <a:spLocks noGrp="1" noChangeArrowheads="1"/>
          </p:cNvSpPr>
          <p:nvPr>
            <p:ph type="title"/>
          </p:nvPr>
        </p:nvSpPr>
        <p:spPr bwMode="auto">
          <a:xfrm>
            <a:off x="460131" y="276225"/>
            <a:ext cx="8223738" cy="1143000"/>
          </a:xfrm>
          <a:prstGeom prst="rect">
            <a:avLst/>
          </a:prstGeom>
          <a:noFill/>
          <a:ln>
            <a:noFill/>
          </a:ln>
        </p:spPr>
        <p:txBody>
          <a:bodyPr vert="horz" wrap="square" lIns="102448" tIns="51224" rIns="102448" bIns="51224" numCol="1" anchor="ctr" anchorCtr="0" compatLnSpc="1">
            <a:prstTxWarp prst="textNoShape">
              <a:avLst/>
            </a:prstTxWarp>
          </a:bodyPr>
          <a:lstStyle/>
          <a:p>
            <a:pPr lvl="0"/>
            <a:r>
              <a:rPr lang="en-US" altLang="en-US"/>
              <a:t>Click to edit Master title style</a:t>
            </a:r>
          </a:p>
        </p:txBody>
      </p:sp>
      <p:sp>
        <p:nvSpPr>
          <p:cNvPr id="1048708" name="Rectangle 3"/>
          <p:cNvSpPr>
            <a:spLocks noGrp="1" noChangeArrowheads="1"/>
          </p:cNvSpPr>
          <p:nvPr>
            <p:ph type="body" idx="1"/>
          </p:nvPr>
        </p:nvSpPr>
        <p:spPr bwMode="auto">
          <a:xfrm>
            <a:off x="460131" y="1595438"/>
            <a:ext cx="8223738" cy="4538662"/>
          </a:xfrm>
          <a:prstGeom prst="rect">
            <a:avLst/>
          </a:prstGeom>
          <a:noFill/>
          <a:ln>
            <a:noFill/>
          </a:ln>
        </p:spPr>
        <p:txBody>
          <a:bodyPr vert="horz" wrap="square" lIns="102448" tIns="51224" rIns="102448" bIns="51224"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48709" name="Rectangle 4"/>
          <p:cNvSpPr>
            <a:spLocks noGrp="1" noChangeArrowheads="1"/>
          </p:cNvSpPr>
          <p:nvPr>
            <p:ph type="dt" sz="half" idx="2"/>
          </p:nvPr>
        </p:nvSpPr>
        <p:spPr bwMode="auto">
          <a:xfrm>
            <a:off x="460131" y="6253163"/>
            <a:ext cx="2127738" cy="476250"/>
          </a:xfrm>
          <a:prstGeom prst="rect">
            <a:avLst/>
          </a:prstGeom>
          <a:noFill/>
          <a:ln w="9525">
            <a:noFill/>
            <a:miter lim="800000"/>
            <a:headEnd/>
            <a:tailEnd/>
          </a:ln>
          <a:effectLst/>
        </p:spPr>
        <p:txBody>
          <a:bodyPr vert="horz" wrap="square" lIns="102448" tIns="51224" rIns="102448" bIns="51224" numCol="1" anchor="t" anchorCtr="0" compatLnSpc="1">
            <a:prstTxWarp prst="textNoShape">
              <a:avLst/>
            </a:prstTxWarp>
          </a:bodyPr>
          <a:lstStyle>
            <a:lvl1pPr eaLnBrk="1" hangingPunct="1">
              <a:defRPr b="0">
                <a:latin typeface="Arial" charset="0"/>
              </a:defRPr>
            </a:lvl1pPr>
          </a:lstStyle>
          <a:p>
            <a:pPr fontAlgn="base">
              <a:spcBef>
                <a:spcPct val="0"/>
              </a:spcBef>
              <a:spcAft>
                <a:spcPct val="0"/>
              </a:spcAft>
            </a:pPr>
            <a:endParaRPr lang="en-US" sz="2000">
              <a:solidFill>
                <a:srgbClr val="000000"/>
              </a:solidFill>
            </a:endParaRPr>
          </a:p>
        </p:txBody>
      </p:sp>
      <p:sp>
        <p:nvSpPr>
          <p:cNvPr id="1048710" name="Rectangle 5"/>
          <p:cNvSpPr>
            <a:spLocks noGrp="1" noChangeArrowheads="1"/>
          </p:cNvSpPr>
          <p:nvPr>
            <p:ph type="ftr" sz="quarter" idx="3"/>
          </p:nvPr>
        </p:nvSpPr>
        <p:spPr bwMode="auto">
          <a:xfrm>
            <a:off x="3127131" y="6253163"/>
            <a:ext cx="2889738" cy="476250"/>
          </a:xfrm>
          <a:prstGeom prst="rect">
            <a:avLst/>
          </a:prstGeom>
          <a:noFill/>
          <a:ln w="9525">
            <a:noFill/>
            <a:miter lim="800000"/>
            <a:headEnd/>
            <a:tailEnd/>
          </a:ln>
          <a:effectLst/>
        </p:spPr>
        <p:txBody>
          <a:bodyPr vert="horz" wrap="square" lIns="102448" tIns="51224" rIns="102448" bIns="51224" numCol="1" anchor="t" anchorCtr="0" compatLnSpc="1">
            <a:prstTxWarp prst="textNoShape">
              <a:avLst/>
            </a:prstTxWarp>
          </a:bodyPr>
          <a:lstStyle>
            <a:lvl1pPr algn="ctr" eaLnBrk="1" hangingPunct="1">
              <a:defRPr b="0">
                <a:latin typeface="Arial" charset="0"/>
              </a:defRPr>
            </a:lvl1pPr>
          </a:lstStyle>
          <a:p>
            <a:pPr fontAlgn="base">
              <a:spcBef>
                <a:spcPct val="0"/>
              </a:spcBef>
              <a:spcAft>
                <a:spcPct val="0"/>
              </a:spcAft>
            </a:pPr>
            <a:endParaRPr lang="en-US" sz="2000">
              <a:solidFill>
                <a:srgbClr val="000000"/>
              </a:solidFill>
            </a:endParaRPr>
          </a:p>
        </p:txBody>
      </p:sp>
      <p:sp>
        <p:nvSpPr>
          <p:cNvPr id="1048711" name="Rectangle 6"/>
          <p:cNvSpPr>
            <a:spLocks noGrp="1" noChangeArrowheads="1"/>
          </p:cNvSpPr>
          <p:nvPr>
            <p:ph type="sldNum" sz="quarter" idx="4"/>
          </p:nvPr>
        </p:nvSpPr>
        <p:spPr bwMode="auto">
          <a:xfrm>
            <a:off x="6556131" y="6253163"/>
            <a:ext cx="2127738" cy="476250"/>
          </a:xfrm>
          <a:prstGeom prst="rect">
            <a:avLst/>
          </a:prstGeom>
          <a:noFill/>
          <a:ln w="9525">
            <a:noFill/>
            <a:miter lim="800000"/>
            <a:headEnd/>
            <a:tailEnd/>
          </a:ln>
          <a:effectLst/>
        </p:spPr>
        <p:txBody>
          <a:bodyPr vert="horz" wrap="square" lIns="102448" tIns="51224" rIns="102448" bIns="51224" numCol="1" anchor="t" anchorCtr="0" compatLnSpc="1">
            <a:prstTxWarp prst="textNoShape">
              <a:avLst/>
            </a:prstTxWarp>
          </a:bodyPr>
          <a:lstStyle>
            <a:lvl1pPr algn="r" eaLnBrk="1" hangingPunct="1">
              <a:defRPr b="0">
                <a:latin typeface="Arial" charset="0"/>
              </a:defRPr>
            </a:lvl1pPr>
          </a:lstStyle>
          <a:p>
            <a:pPr fontAlgn="base">
              <a:spcBef>
                <a:spcPct val="0"/>
              </a:spcBef>
              <a:spcAft>
                <a:spcPct val="0"/>
              </a:spcAft>
            </a:pPr>
            <a:fld id="{DE198C17-9EEF-4132-96C2-24FD1084DC59}" type="slidenum">
              <a:rPr lang="en-US" altLang="en-US" sz="2000">
                <a:solidFill>
                  <a:srgbClr val="000000"/>
                </a:solidFill>
              </a:rPr>
              <a:pPr fontAlgn="base">
                <a:spcBef>
                  <a:spcPct val="0"/>
                </a:spcBef>
                <a:spcAft>
                  <a:spcPct val="0"/>
                </a:spcAft>
              </a:pPr>
              <a:t>‹#›</a:t>
            </a:fld>
            <a:endParaRPr lang="en-US" altLang="en-US" sz="2000">
              <a:solidFill>
                <a:srgbClr val="000000"/>
              </a:solidFill>
            </a:endParaRPr>
          </a:p>
        </p:txBody>
      </p:sp>
    </p:spTree>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Lst>
  <p:txStyles>
    <p:titleStyle>
      <a:lvl1pPr algn="ctr" defTabSz="1028700" rtl="0" eaLnBrk="0" fontAlgn="base" hangingPunct="0">
        <a:spcBef>
          <a:spcPct val="0"/>
        </a:spcBef>
        <a:spcAft>
          <a:spcPct val="0"/>
        </a:spcAft>
        <a:defRPr sz="4900">
          <a:solidFill>
            <a:schemeClr val="tx2"/>
          </a:solidFill>
          <a:latin typeface="+mj-lt"/>
          <a:ea typeface="+mj-ea"/>
          <a:cs typeface="+mj-cs"/>
        </a:defRPr>
      </a:lvl1pPr>
      <a:lvl2pPr algn="ctr" defTabSz="1028700" rtl="0" eaLnBrk="0" fontAlgn="base" hangingPunct="0">
        <a:spcBef>
          <a:spcPct val="0"/>
        </a:spcBef>
        <a:spcAft>
          <a:spcPct val="0"/>
        </a:spcAft>
        <a:defRPr sz="4900">
          <a:solidFill>
            <a:schemeClr val="tx2"/>
          </a:solidFill>
          <a:latin typeface="Arial" charset="0"/>
        </a:defRPr>
      </a:lvl2pPr>
      <a:lvl3pPr algn="ctr" defTabSz="1028700" rtl="0" eaLnBrk="0" fontAlgn="base" hangingPunct="0">
        <a:spcBef>
          <a:spcPct val="0"/>
        </a:spcBef>
        <a:spcAft>
          <a:spcPct val="0"/>
        </a:spcAft>
        <a:defRPr sz="4900">
          <a:solidFill>
            <a:schemeClr val="tx2"/>
          </a:solidFill>
          <a:latin typeface="Arial" charset="0"/>
        </a:defRPr>
      </a:lvl3pPr>
      <a:lvl4pPr algn="ctr" defTabSz="1028700" rtl="0" eaLnBrk="0" fontAlgn="base" hangingPunct="0">
        <a:spcBef>
          <a:spcPct val="0"/>
        </a:spcBef>
        <a:spcAft>
          <a:spcPct val="0"/>
        </a:spcAft>
        <a:defRPr sz="4900">
          <a:solidFill>
            <a:schemeClr val="tx2"/>
          </a:solidFill>
          <a:latin typeface="Arial" charset="0"/>
        </a:defRPr>
      </a:lvl4pPr>
      <a:lvl5pPr algn="ctr" defTabSz="1028700" rtl="0" eaLnBrk="0" fontAlgn="base" hangingPunct="0">
        <a:spcBef>
          <a:spcPct val="0"/>
        </a:spcBef>
        <a:spcAft>
          <a:spcPct val="0"/>
        </a:spcAft>
        <a:defRPr sz="4900">
          <a:solidFill>
            <a:schemeClr val="tx2"/>
          </a:solidFill>
          <a:latin typeface="Arial" charset="0"/>
        </a:defRPr>
      </a:lvl5pPr>
      <a:lvl6pPr marL="457200" algn="ctr" defTabSz="1028700" rtl="0" fontAlgn="base">
        <a:spcBef>
          <a:spcPct val="0"/>
        </a:spcBef>
        <a:spcAft>
          <a:spcPct val="0"/>
        </a:spcAft>
        <a:defRPr sz="4900">
          <a:solidFill>
            <a:schemeClr val="tx2"/>
          </a:solidFill>
          <a:latin typeface="Arial" charset="0"/>
        </a:defRPr>
      </a:lvl6pPr>
      <a:lvl7pPr marL="914400" algn="ctr" defTabSz="1028700" rtl="0" fontAlgn="base">
        <a:spcBef>
          <a:spcPct val="0"/>
        </a:spcBef>
        <a:spcAft>
          <a:spcPct val="0"/>
        </a:spcAft>
        <a:defRPr sz="4900">
          <a:solidFill>
            <a:schemeClr val="tx2"/>
          </a:solidFill>
          <a:latin typeface="Arial" charset="0"/>
        </a:defRPr>
      </a:lvl7pPr>
      <a:lvl8pPr marL="1371600" algn="ctr" defTabSz="1028700" rtl="0" fontAlgn="base">
        <a:spcBef>
          <a:spcPct val="0"/>
        </a:spcBef>
        <a:spcAft>
          <a:spcPct val="0"/>
        </a:spcAft>
        <a:defRPr sz="4900">
          <a:solidFill>
            <a:schemeClr val="tx2"/>
          </a:solidFill>
          <a:latin typeface="Arial" charset="0"/>
        </a:defRPr>
      </a:lvl8pPr>
      <a:lvl9pPr marL="1828800" algn="ctr" defTabSz="1028700" rtl="0" fontAlgn="base">
        <a:spcBef>
          <a:spcPct val="0"/>
        </a:spcBef>
        <a:spcAft>
          <a:spcPct val="0"/>
        </a:spcAft>
        <a:defRPr sz="4900">
          <a:solidFill>
            <a:schemeClr val="tx2"/>
          </a:solidFill>
          <a:latin typeface="Arial" charset="0"/>
        </a:defRPr>
      </a:lvl9pPr>
    </p:titleStyle>
    <p:bodyStyle>
      <a:lvl1pPr marL="388938" indent="-388938" algn="l" defTabSz="1028700" rtl="0" eaLnBrk="0" fontAlgn="base" hangingPunct="0">
        <a:spcBef>
          <a:spcPct val="20000"/>
        </a:spcBef>
        <a:spcAft>
          <a:spcPct val="0"/>
        </a:spcAft>
        <a:buChar char="•"/>
        <a:defRPr sz="3900">
          <a:solidFill>
            <a:schemeClr val="tx1"/>
          </a:solidFill>
          <a:latin typeface="+mn-lt"/>
          <a:ea typeface="+mn-ea"/>
          <a:cs typeface="+mn-cs"/>
        </a:defRPr>
      </a:lvl1pPr>
      <a:lvl2pPr marL="825500" indent="-311150" algn="l" defTabSz="1028700" rtl="0" eaLnBrk="0" fontAlgn="base" hangingPunct="0">
        <a:spcBef>
          <a:spcPct val="20000"/>
        </a:spcBef>
        <a:spcAft>
          <a:spcPct val="0"/>
        </a:spcAft>
        <a:buChar char="–"/>
        <a:defRPr sz="2900">
          <a:solidFill>
            <a:schemeClr val="tx1"/>
          </a:solidFill>
          <a:latin typeface="+mn-lt"/>
        </a:defRPr>
      </a:lvl2pPr>
      <a:lvl3pPr marL="1277938" indent="-249238" algn="l" defTabSz="1028700" rtl="0" eaLnBrk="0" fontAlgn="base" hangingPunct="0">
        <a:spcBef>
          <a:spcPct val="20000"/>
        </a:spcBef>
        <a:spcAft>
          <a:spcPct val="0"/>
        </a:spcAft>
        <a:buChar char="•"/>
        <a:defRPr sz="2900">
          <a:solidFill>
            <a:schemeClr val="tx1"/>
          </a:solidFill>
          <a:latin typeface="+mn-lt"/>
        </a:defRPr>
      </a:lvl3pPr>
      <a:lvl4pPr marL="1790700" indent="-249238" algn="l" defTabSz="1028700" rtl="0" eaLnBrk="0" fontAlgn="base" hangingPunct="0">
        <a:spcBef>
          <a:spcPct val="20000"/>
        </a:spcBef>
        <a:spcAft>
          <a:spcPct val="0"/>
        </a:spcAft>
        <a:buChar char="–"/>
        <a:defRPr sz="2000">
          <a:solidFill>
            <a:schemeClr val="tx1"/>
          </a:solidFill>
          <a:latin typeface="+mn-lt"/>
        </a:defRPr>
      </a:lvl4pPr>
      <a:lvl5pPr marL="2305050" indent="-249238" algn="l" defTabSz="1028700" rtl="0" eaLnBrk="0" fontAlgn="base" hangingPunct="0">
        <a:spcBef>
          <a:spcPct val="20000"/>
        </a:spcBef>
        <a:spcAft>
          <a:spcPct val="0"/>
        </a:spcAft>
        <a:buChar char="»"/>
        <a:defRPr sz="2000">
          <a:solidFill>
            <a:schemeClr val="tx1"/>
          </a:solidFill>
          <a:latin typeface="+mn-lt"/>
        </a:defRPr>
      </a:lvl5pPr>
      <a:lvl6pPr marL="2762250" indent="-249238" algn="l" defTabSz="1028700" rtl="0" fontAlgn="base">
        <a:spcBef>
          <a:spcPct val="20000"/>
        </a:spcBef>
        <a:spcAft>
          <a:spcPct val="0"/>
        </a:spcAft>
        <a:buChar char="»"/>
        <a:defRPr sz="2000">
          <a:solidFill>
            <a:schemeClr val="tx1"/>
          </a:solidFill>
          <a:latin typeface="+mn-lt"/>
        </a:defRPr>
      </a:lvl6pPr>
      <a:lvl7pPr marL="3219450" indent="-249238" algn="l" defTabSz="1028700" rtl="0" fontAlgn="base">
        <a:spcBef>
          <a:spcPct val="20000"/>
        </a:spcBef>
        <a:spcAft>
          <a:spcPct val="0"/>
        </a:spcAft>
        <a:buChar char="»"/>
        <a:defRPr sz="2000">
          <a:solidFill>
            <a:schemeClr val="tx1"/>
          </a:solidFill>
          <a:latin typeface="+mn-lt"/>
        </a:defRPr>
      </a:lvl7pPr>
      <a:lvl8pPr marL="3676650" indent="-249238" algn="l" defTabSz="1028700" rtl="0" fontAlgn="base">
        <a:spcBef>
          <a:spcPct val="20000"/>
        </a:spcBef>
        <a:spcAft>
          <a:spcPct val="0"/>
        </a:spcAft>
        <a:buChar char="»"/>
        <a:defRPr sz="2000">
          <a:solidFill>
            <a:schemeClr val="tx1"/>
          </a:solidFill>
          <a:latin typeface="+mn-lt"/>
        </a:defRPr>
      </a:lvl8pPr>
      <a:lvl9pPr marL="4133850" indent="-249238" algn="l" defTabSz="1028700" rtl="0" fontAlgn="base">
        <a:spcBef>
          <a:spcPct val="20000"/>
        </a:spcBef>
        <a:spcAft>
          <a:spcPct val="0"/>
        </a:spcAft>
        <a:buChar char="»"/>
        <a:defRPr sz="2000">
          <a:solidFill>
            <a:schemeClr val="tx1"/>
          </a:solidFill>
          <a:latin typeface="+mn-lt"/>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8" Type="http://schemas.openxmlformats.org/officeDocument/2006/relationships/image" Target="../media/image13.gif"/><Relationship Id="rId3" Type="http://schemas.openxmlformats.org/officeDocument/2006/relationships/slideLayout" Target="../slideLayouts/slideLayout1.xml"/><Relationship Id="rId7" Type="http://schemas.openxmlformats.org/officeDocument/2006/relationships/image" Target="../media/image12.jpeg"/><Relationship Id="rId2" Type="http://schemas.openxmlformats.org/officeDocument/2006/relationships/video" Target="file:///E:\Dikreg%2047\Hanwil\Film\Jadi\opening.wmv" TargetMode="External"/><Relationship Id="rId1" Type="http://schemas.microsoft.com/office/2007/relationships/media" Target="file:///E:\Dikreg%2047\Hanwil\Film\Jadi\opening.wmv" TargetMode="External"/><Relationship Id="rId6" Type="http://schemas.openxmlformats.org/officeDocument/2006/relationships/image" Target="../media/image11.gif"/><Relationship Id="rId5" Type="http://schemas.openxmlformats.org/officeDocument/2006/relationships/image" Target="../media/image10.jpeg"/><Relationship Id="rId4"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5.xml"/><Relationship Id="rId4" Type="http://schemas.openxmlformats.org/officeDocument/2006/relationships/image" Target="../media/image13.gif"/></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3.xml"/><Relationship Id="rId2" Type="http://schemas.openxmlformats.org/officeDocument/2006/relationships/video" Target="file:///E:\Dikreg%2047\Hanwil\Film\Jadi\opening.wmv" TargetMode="External"/><Relationship Id="rId1" Type="http://schemas.microsoft.com/office/2007/relationships/media" Target="file:///E:\Dikreg%2047\Hanwil\Film\Jadi\opening.wmv" TargetMode="External"/><Relationship Id="rId6" Type="http://schemas.openxmlformats.org/officeDocument/2006/relationships/image" Target="../media/image13.gif"/><Relationship Id="rId5" Type="http://schemas.openxmlformats.org/officeDocument/2006/relationships/image" Target="../media/image14.png"/><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8" Type="http://schemas.openxmlformats.org/officeDocument/2006/relationships/image" Target="../media/image13.gif"/><Relationship Id="rId3" Type="http://schemas.openxmlformats.org/officeDocument/2006/relationships/slideLayout" Target="../slideLayouts/slideLayout27.xml"/><Relationship Id="rId7" Type="http://schemas.openxmlformats.org/officeDocument/2006/relationships/image" Target="../media/image12.jpeg"/><Relationship Id="rId2" Type="http://schemas.openxmlformats.org/officeDocument/2006/relationships/video" Target="file:///E:\Dikreg%2047\Hanwil\Film\Jadi\opening.wmv" TargetMode="External"/><Relationship Id="rId1" Type="http://schemas.microsoft.com/office/2007/relationships/media" Target="file:///E:\Dikreg%2047\Hanwil\Film\Jadi\opening.wmv" TargetMode="External"/><Relationship Id="rId6" Type="http://schemas.openxmlformats.org/officeDocument/2006/relationships/image" Target="../media/image11.gif"/><Relationship Id="rId5" Type="http://schemas.openxmlformats.org/officeDocument/2006/relationships/image" Target="../media/image10.jpeg"/><Relationship Id="rId4"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5.jpeg"/><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image" Target="../media/image16.jpeg"/><Relationship Id="rId1" Type="http://schemas.openxmlformats.org/officeDocument/2006/relationships/slideLayout" Target="../slideLayouts/slideLayout33.xml"/><Relationship Id="rId5" Type="http://schemas.openxmlformats.org/officeDocument/2006/relationships/image" Target="../media/image12.jpeg"/><Relationship Id="rId4" Type="http://schemas.openxmlformats.org/officeDocument/2006/relationships/image" Target="../media/image13.gif"/></Relationships>
</file>

<file path=ppt/slides/_rels/slide12.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image" Target="../media/image18.jpeg"/><Relationship Id="rId1" Type="http://schemas.openxmlformats.org/officeDocument/2006/relationships/slideLayout" Target="../slideLayouts/slideLayout33.xml"/><Relationship Id="rId4" Type="http://schemas.openxmlformats.org/officeDocument/2006/relationships/image" Target="../media/image13.gif"/></Relationships>
</file>

<file path=ppt/slides/_rels/slide13.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image" Target="../media/image19.jpeg"/><Relationship Id="rId1" Type="http://schemas.openxmlformats.org/officeDocument/2006/relationships/slideLayout" Target="../slideLayouts/slideLayout44.xml"/><Relationship Id="rId5" Type="http://schemas.openxmlformats.org/officeDocument/2006/relationships/image" Target="../media/image13.gif"/><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image" Target="../media/image22.jpeg"/><Relationship Id="rId1" Type="http://schemas.openxmlformats.org/officeDocument/2006/relationships/slideLayout" Target="../slideLayouts/slideLayout44.xml"/><Relationship Id="rId4" Type="http://schemas.openxmlformats.org/officeDocument/2006/relationships/image" Target="../media/image13.gif"/></Relationships>
</file>

<file path=ppt/slides/_rels/slide15.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5.xml"/><Relationship Id="rId1" Type="http://schemas.openxmlformats.org/officeDocument/2006/relationships/slideLayout" Target="../slideLayouts/slideLayout27.xml"/><Relationship Id="rId5" Type="http://schemas.openxmlformats.org/officeDocument/2006/relationships/image" Target="../media/image12.jpeg"/><Relationship Id="rId4" Type="http://schemas.openxmlformats.org/officeDocument/2006/relationships/image" Target="../media/image13.gif"/></Relationships>
</file>

<file path=ppt/slides/_rels/slide16.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24.jpeg"/><Relationship Id="rId1" Type="http://schemas.openxmlformats.org/officeDocument/2006/relationships/slideLayout" Target="../slideLayouts/slideLayout33.xml"/></Relationships>
</file>

<file path=ppt/slides/_rels/slide17.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25.jpeg"/><Relationship Id="rId1" Type="http://schemas.openxmlformats.org/officeDocument/2006/relationships/slideLayout" Target="../slideLayouts/slideLayout33.xml"/></Relationships>
</file>

<file path=ppt/slides/_rels/slide1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13.gif"/><Relationship Id="rId1" Type="http://schemas.openxmlformats.org/officeDocument/2006/relationships/slideLayout" Target="../slideLayouts/slideLayout33.xml"/><Relationship Id="rId4" Type="http://schemas.openxmlformats.org/officeDocument/2006/relationships/image" Target="../media/image27.jpeg"/></Relationships>
</file>

<file path=ppt/slides/_rels/slide19.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28.jpeg"/><Relationship Id="rId1" Type="http://schemas.openxmlformats.org/officeDocument/2006/relationships/slideLayout" Target="../slideLayouts/slideLayout33.xml"/></Relationships>
</file>

<file path=ppt/slides/_rels/slide2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13.gif"/><Relationship Id="rId1" Type="http://schemas.openxmlformats.org/officeDocument/2006/relationships/slideLayout" Target="../slideLayouts/slideLayout33.xml"/></Relationships>
</file>

<file path=ppt/slides/_rels/slide21.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30.jpeg"/><Relationship Id="rId1" Type="http://schemas.openxmlformats.org/officeDocument/2006/relationships/slideLayout" Target="../slideLayouts/slideLayout33.xml"/></Relationships>
</file>

<file path=ppt/slides/_rels/slide2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33.xml"/><Relationship Id="rId4" Type="http://schemas.openxmlformats.org/officeDocument/2006/relationships/image" Target="../media/image13.gif"/></Relationships>
</file>

<file path=ppt/slides/_rels/slide2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33.xml"/><Relationship Id="rId5" Type="http://schemas.openxmlformats.org/officeDocument/2006/relationships/image" Target="../media/image13.gif"/><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35.jpeg"/><Relationship Id="rId1" Type="http://schemas.openxmlformats.org/officeDocument/2006/relationships/slideLayout" Target="../slideLayouts/slideLayout33.xml"/></Relationships>
</file>

<file path=ppt/slides/_rels/slide2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36.jpeg"/><Relationship Id="rId1" Type="http://schemas.openxmlformats.org/officeDocument/2006/relationships/slideLayout" Target="../slideLayouts/slideLayout33.xml"/></Relationships>
</file>

<file path=ppt/slides/_rels/slide26.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37.jpeg"/><Relationship Id="rId1" Type="http://schemas.openxmlformats.org/officeDocument/2006/relationships/slideLayout" Target="../slideLayouts/slideLayout33.xml"/></Relationships>
</file>

<file path=ppt/slides/_rels/slide27.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38.jpeg"/><Relationship Id="rId1" Type="http://schemas.openxmlformats.org/officeDocument/2006/relationships/slideLayout" Target="../slideLayouts/slideLayout33.xml"/></Relationships>
</file>

<file path=ppt/slides/_rels/slide28.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39.jpeg"/><Relationship Id="rId1" Type="http://schemas.openxmlformats.org/officeDocument/2006/relationships/slideLayout" Target="../slideLayouts/slideLayout33.xml"/></Relationships>
</file>

<file path=ppt/slides/_rels/slide29.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40.png"/><Relationship Id="rId1" Type="http://schemas.openxmlformats.org/officeDocument/2006/relationships/slideLayout" Target="../slideLayouts/slideLayout33.xml"/></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jpeg"/><Relationship Id="rId1" Type="http://schemas.openxmlformats.org/officeDocument/2006/relationships/slideLayout" Target="../slideLayouts/slideLayout33.xml"/><Relationship Id="rId4" Type="http://schemas.openxmlformats.org/officeDocument/2006/relationships/image" Target="../media/image13.gif"/></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8.xml"/><Relationship Id="rId5" Type="http://schemas.openxmlformats.org/officeDocument/2006/relationships/image" Target="../media/image13.gif"/><Relationship Id="rId4" Type="http://schemas.openxmlformats.org/officeDocument/2006/relationships/image" Target="../media/image12.jpeg"/></Relationships>
</file>

<file path=ppt/slides/_rels/slide3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7.xml"/><Relationship Id="rId1" Type="http://schemas.openxmlformats.org/officeDocument/2006/relationships/slideLayout" Target="../slideLayouts/slideLayout28.xml"/><Relationship Id="rId6" Type="http://schemas.openxmlformats.org/officeDocument/2006/relationships/image" Target="../media/image45.jpeg"/><Relationship Id="rId5" Type="http://schemas.openxmlformats.org/officeDocument/2006/relationships/image" Target="../media/image44.jpe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6" name="Rectangle 3"/>
          <p:cNvSpPr/>
          <p:nvPr/>
        </p:nvSpPr>
        <p:spPr>
          <a:xfrm>
            <a:off x="-12708" y="1"/>
            <a:ext cx="9144000"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prstClr val="white"/>
              </a:solidFill>
            </a:endParaRPr>
          </a:p>
        </p:txBody>
      </p:sp>
      <p:sp>
        <p:nvSpPr>
          <p:cNvPr id="1048627" name="Rectangle 2"/>
          <p:cNvSpPr>
            <a:spLocks noChangeArrowheads="1"/>
          </p:cNvSpPr>
          <p:nvPr/>
        </p:nvSpPr>
        <p:spPr bwMode="auto">
          <a:xfrm>
            <a:off x="1" y="1"/>
            <a:ext cx="184658" cy="369300"/>
          </a:xfrm>
          <a:prstGeom prst="rect">
            <a:avLst/>
          </a:prstGeom>
          <a:noFill/>
          <a:ln w="9525">
            <a:noFill/>
            <a:miter lim="800000"/>
            <a:headEnd/>
            <a:tailEnd/>
          </a:ln>
          <a:effectLst/>
        </p:spPr>
        <p:txBody>
          <a:bodyPr vert="horz" wrap="none" lIns="91404" tIns="45704" rIns="91404" bIns="45704" numCol="1" anchor="ctr" anchorCtr="0" compatLnSpc="1">
            <a:prstTxWarp prst="textNoShape">
              <a:avLst/>
            </a:prstTxWarp>
            <a:spAutoFit/>
          </a:bodyPr>
          <a:lstStyle/>
          <a:p>
            <a:endParaRPr lang="en-US">
              <a:solidFill>
                <a:prstClr val="white"/>
              </a:solidFill>
            </a:endParaRPr>
          </a:p>
        </p:txBody>
      </p:sp>
      <p:grpSp>
        <p:nvGrpSpPr>
          <p:cNvPr id="75" name="Group 9"/>
          <p:cNvGrpSpPr/>
          <p:nvPr/>
        </p:nvGrpSpPr>
        <p:grpSpPr>
          <a:xfrm>
            <a:off x="1497" y="1052742"/>
            <a:ext cx="9129795" cy="41905"/>
            <a:chOff x="1493" y="1390129"/>
            <a:chExt cx="9129795" cy="41905"/>
          </a:xfrm>
        </p:grpSpPr>
        <p:cxnSp>
          <p:nvCxnSpPr>
            <p:cNvPr id="3145728" name="Straight Connector 4"/>
            <p:cNvCxnSpPr>
              <a:cxnSpLocks noChangeShapeType="1"/>
            </p:cNvCxnSpPr>
            <p:nvPr/>
          </p:nvCxnSpPr>
          <p:spPr bwMode="auto">
            <a:xfrm>
              <a:off x="1493" y="1390129"/>
              <a:ext cx="9129795" cy="0"/>
            </a:xfrm>
            <a:prstGeom prst="line">
              <a:avLst/>
            </a:prstGeom>
            <a:noFill/>
            <a:ln w="38100" algn="ctr">
              <a:solidFill>
                <a:srgbClr val="FF0000"/>
              </a:solidFill>
              <a:round/>
              <a:headEnd/>
              <a:tailEnd/>
            </a:ln>
          </p:spPr>
        </p:cxnSp>
        <p:cxnSp>
          <p:nvCxnSpPr>
            <p:cNvPr id="3145729" name="Straight Connector 4"/>
            <p:cNvCxnSpPr>
              <a:cxnSpLocks noChangeShapeType="1"/>
            </p:cNvCxnSpPr>
            <p:nvPr/>
          </p:nvCxnSpPr>
          <p:spPr bwMode="auto">
            <a:xfrm>
              <a:off x="1493" y="1432034"/>
              <a:ext cx="9129795" cy="0"/>
            </a:xfrm>
            <a:prstGeom prst="line">
              <a:avLst/>
            </a:prstGeom>
            <a:noFill/>
            <a:ln w="38100" algn="ctr">
              <a:solidFill>
                <a:srgbClr val="FFFFFF"/>
              </a:solidFill>
              <a:round/>
              <a:headEnd/>
              <a:tailEnd/>
            </a:ln>
          </p:spPr>
        </p:cxnSp>
      </p:grpSp>
      <p:pic>
        <p:nvPicPr>
          <p:cNvPr id="2097162" name="Picture 14"/>
          <p:cNvPicPr>
            <a:picLocks noChangeAspect="1"/>
          </p:cNvPicPr>
          <p:nvPr/>
        </p:nvPicPr>
        <p:blipFill>
          <a:blip r:embed="rId2"/>
          <a:stretch>
            <a:fillRect/>
          </a:stretch>
        </p:blipFill>
        <p:spPr>
          <a:xfrm>
            <a:off x="0" y="5445224"/>
            <a:ext cx="9144000" cy="1412776"/>
          </a:xfrm>
          <a:prstGeom prst="rect">
            <a:avLst/>
          </a:prstGeom>
        </p:spPr>
      </p:pic>
      <p:sp>
        <p:nvSpPr>
          <p:cNvPr id="1048628" name="Rectangle 1"/>
          <p:cNvSpPr/>
          <p:nvPr/>
        </p:nvSpPr>
        <p:spPr>
          <a:xfrm>
            <a:off x="2527406" y="101009"/>
            <a:ext cx="3450253" cy="1043939"/>
          </a:xfrm>
          <a:prstGeom prst="rect">
            <a:avLst/>
          </a:prstGeom>
          <a:noFill/>
        </p:spPr>
        <p:txBody>
          <a:bodyPr wrap="none" lIns="91440" tIns="45720" rIns="91440" bIns="45720">
            <a:spAutoFit/>
          </a:bodyPr>
          <a:lstStyle/>
          <a:p>
            <a:pPr algn="ctr"/>
            <a:r>
              <a:rPr lang="id-ID" sz="6000" b="1" cap="none" spc="0" dirty="0">
                <a:ln w="38100">
                  <a:solidFill>
                    <a:srgbClr val="00B050"/>
                  </a:solidFill>
                  <a:prstDash val="solid"/>
                </a:ln>
                <a:solidFill>
                  <a:schemeClr val="tx1"/>
                </a:solidFill>
                <a:effectLst>
                  <a:outerShdw blurRad="12700" dist="38100" dir="2700000" algn="tl" rotWithShape="0">
                    <a:schemeClr val="bg1">
                      <a:lumMod val="50000"/>
                    </a:schemeClr>
                  </a:outerShdw>
                </a:effectLst>
                <a:latin typeface="Arial Black" panose="020B0A04020102020204" pitchFamily="34" charset="0"/>
              </a:rPr>
              <a:t>BIODATA</a:t>
            </a:r>
            <a:r>
              <a:rPr lang="id-ID"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 </a:t>
            </a:r>
            <a:endPar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1048629" name="Rectangle 13"/>
          <p:cNvSpPr/>
          <p:nvPr/>
        </p:nvSpPr>
        <p:spPr>
          <a:xfrm>
            <a:off x="92330" y="3553346"/>
            <a:ext cx="8950861" cy="2313940"/>
          </a:xfrm>
          <a:prstGeom prst="rect">
            <a:avLst/>
          </a:prstGeom>
          <a:noFill/>
        </p:spPr>
        <p:txBody>
          <a:bodyPr wrap="square" lIns="91440" tIns="45720" rIns="91440" bIns="45720">
            <a:spAutoFit/>
            <a:scene3d>
              <a:camera prst="orthographicFront"/>
              <a:lightRig rig="soft" dir="t">
                <a:rot lat="0" lon="0" rev="15600000"/>
              </a:lightRig>
            </a:scene3d>
            <a:sp3d extrusionH="57150" prstMaterial="softEdge">
              <a:bevelT w="25400" h="38100"/>
            </a:sp3d>
          </a:bodyPr>
          <a:lstStyle/>
          <a:p>
            <a:r>
              <a:rPr lang="id-ID" sz="2800" b="1" dirty="0">
                <a:ln w="19050">
                  <a:solidFill>
                    <a:schemeClr val="tx1"/>
                  </a:solidFill>
                </a:ln>
                <a:latin typeface="Arial" panose="020B0604020202020204" pitchFamily="34" charset="0"/>
                <a:cs typeface="Arial" panose="020B0604020202020204" pitchFamily="34" charset="0"/>
              </a:rPr>
              <a:t>NAMA 			: </a:t>
            </a:r>
            <a:r>
              <a:rPr lang="en-US" sz="2800" b="1" dirty="0">
                <a:ln w="19050">
                  <a:solidFill>
                    <a:schemeClr val="tx1"/>
                  </a:solidFill>
                </a:ln>
                <a:latin typeface="Arial" panose="020B0604020202020204" pitchFamily="34" charset="0"/>
                <a:cs typeface="Arial" panose="020B0604020202020204" pitchFamily="34" charset="0"/>
              </a:rPr>
              <a:t>Romli</a:t>
            </a:r>
            <a:endParaRPr lang="zh-CN" altLang="en-US" dirty="0"/>
          </a:p>
          <a:p>
            <a:r>
              <a:rPr lang="id-ID" sz="2800" b="1" dirty="0">
                <a:ln w="19050">
                  <a:solidFill>
                    <a:schemeClr val="tx1"/>
                  </a:solidFill>
                </a:ln>
                <a:latin typeface="Arial" panose="020B0604020202020204" pitchFamily="34" charset="0"/>
                <a:cs typeface="Arial" panose="020B0604020202020204" pitchFamily="34" charset="0"/>
              </a:rPr>
              <a:t>PANGKAT / NRP</a:t>
            </a:r>
            <a:r>
              <a:rPr lang="en-US" sz="2800" b="1" dirty="0">
                <a:ln w="19050">
                  <a:solidFill>
                    <a:schemeClr val="tx1"/>
                  </a:solidFill>
                </a:ln>
                <a:latin typeface="Arial" panose="020B0604020202020204" pitchFamily="34" charset="0"/>
                <a:cs typeface="Arial" panose="020B0604020202020204" pitchFamily="34" charset="0"/>
              </a:rPr>
              <a:t>     </a:t>
            </a:r>
            <a:r>
              <a:rPr lang="id-ID" sz="2800" b="1" dirty="0">
                <a:ln w="19050">
                  <a:solidFill>
                    <a:schemeClr val="tx1"/>
                  </a:solidFill>
                </a:ln>
                <a:latin typeface="Arial" panose="020B0604020202020204" pitchFamily="34" charset="0"/>
                <a:cs typeface="Arial" panose="020B0604020202020204" pitchFamily="34" charset="0"/>
              </a:rPr>
              <a:t>	: </a:t>
            </a:r>
            <a:r>
              <a:rPr lang="id-ID" sz="2800" b="1" dirty="0" smtClean="0">
                <a:ln w="19050">
                  <a:solidFill>
                    <a:schemeClr val="tx1"/>
                  </a:solidFill>
                </a:ln>
                <a:latin typeface="Arial" panose="020B0604020202020204" pitchFamily="34" charset="0"/>
                <a:cs typeface="Arial" panose="020B0604020202020204" pitchFamily="34" charset="0"/>
              </a:rPr>
              <a:t>Kapten </a:t>
            </a:r>
            <a:r>
              <a:rPr lang="id-ID" sz="2800" b="1" dirty="0">
                <a:ln w="19050">
                  <a:solidFill>
                    <a:schemeClr val="tx1"/>
                  </a:solidFill>
                </a:ln>
                <a:latin typeface="Arial" panose="020B0604020202020204" pitchFamily="34" charset="0"/>
                <a:cs typeface="Arial" panose="020B0604020202020204" pitchFamily="34" charset="0"/>
              </a:rPr>
              <a:t>Inf / </a:t>
            </a:r>
            <a:r>
              <a:rPr lang="en-US" sz="2800" b="1" dirty="0">
                <a:ln w="19050">
                  <a:solidFill>
                    <a:schemeClr val="tx1"/>
                  </a:solidFill>
                </a:ln>
                <a:latin typeface="Arial" panose="020B0604020202020204" pitchFamily="34" charset="0"/>
                <a:cs typeface="Arial" panose="020B0604020202020204" pitchFamily="34" charset="0"/>
              </a:rPr>
              <a:t>640396</a:t>
            </a:r>
            <a:endParaRPr lang="zh-CN" altLang="en-US" dirty="0"/>
          </a:p>
          <a:p>
            <a:r>
              <a:rPr lang="id-ID" sz="2800" b="1" dirty="0">
                <a:ln w="19050">
                  <a:solidFill>
                    <a:schemeClr val="tx1"/>
                  </a:solidFill>
                </a:ln>
                <a:latin typeface="Arial" panose="020B0604020202020204" pitchFamily="34" charset="0"/>
                <a:cs typeface="Arial" panose="020B0604020202020204" pitchFamily="34" charset="0"/>
              </a:rPr>
              <a:t>TTL				: </a:t>
            </a:r>
            <a:r>
              <a:rPr lang="en-US" sz="2800" b="1" dirty="0">
                <a:ln w="19050">
                  <a:solidFill>
                    <a:schemeClr val="tx1"/>
                  </a:solidFill>
                </a:ln>
                <a:latin typeface="Arial" panose="020B0604020202020204" pitchFamily="34" charset="0"/>
                <a:cs typeface="Arial" panose="020B0604020202020204" pitchFamily="34" charset="0"/>
              </a:rPr>
              <a:t>Lamongan</a:t>
            </a:r>
            <a:r>
              <a:rPr lang="id-ID" sz="2800" b="1" dirty="0">
                <a:ln w="19050">
                  <a:solidFill>
                    <a:schemeClr val="tx1"/>
                  </a:solidFill>
                </a:ln>
                <a:latin typeface="Arial" panose="020B0604020202020204" pitchFamily="34" charset="0"/>
                <a:cs typeface="Arial" panose="020B0604020202020204" pitchFamily="34" charset="0"/>
              </a:rPr>
              <a:t>, </a:t>
            </a:r>
            <a:r>
              <a:rPr lang="en-US" sz="2800" b="1" dirty="0">
                <a:ln w="19050">
                  <a:solidFill>
                    <a:schemeClr val="tx1"/>
                  </a:solidFill>
                </a:ln>
                <a:latin typeface="Arial" panose="020B0604020202020204" pitchFamily="34" charset="0"/>
                <a:cs typeface="Arial" panose="020B0604020202020204" pitchFamily="34" charset="0"/>
              </a:rPr>
              <a:t>16</a:t>
            </a:r>
            <a:r>
              <a:rPr lang="id-ID" sz="2800" b="1" dirty="0">
                <a:ln w="19050">
                  <a:solidFill>
                    <a:schemeClr val="tx1"/>
                  </a:solidFill>
                </a:ln>
                <a:latin typeface="Arial" panose="020B0604020202020204" pitchFamily="34" charset="0"/>
                <a:cs typeface="Arial" panose="020B0604020202020204" pitchFamily="34" charset="0"/>
              </a:rPr>
              <a:t> – 0</a:t>
            </a:r>
            <a:r>
              <a:rPr lang="en-US" sz="2800" b="1" dirty="0">
                <a:ln w="19050">
                  <a:solidFill>
                    <a:schemeClr val="tx1"/>
                  </a:solidFill>
                </a:ln>
                <a:latin typeface="Arial" panose="020B0604020202020204" pitchFamily="34" charset="0"/>
                <a:cs typeface="Arial" panose="020B0604020202020204" pitchFamily="34" charset="0"/>
              </a:rPr>
              <a:t>6</a:t>
            </a:r>
            <a:r>
              <a:rPr lang="id-ID" sz="2800" b="1" dirty="0">
                <a:ln w="19050">
                  <a:solidFill>
                    <a:schemeClr val="tx1"/>
                  </a:solidFill>
                </a:ln>
                <a:latin typeface="Arial" panose="020B0604020202020204" pitchFamily="34" charset="0"/>
                <a:cs typeface="Arial" panose="020B0604020202020204" pitchFamily="34" charset="0"/>
              </a:rPr>
              <a:t> – 19</a:t>
            </a:r>
            <a:r>
              <a:rPr lang="en-US" sz="2800" b="1" dirty="0">
                <a:ln w="19050">
                  <a:solidFill>
                    <a:schemeClr val="tx1"/>
                  </a:solidFill>
                </a:ln>
                <a:latin typeface="Arial" panose="020B0604020202020204" pitchFamily="34" charset="0"/>
                <a:cs typeface="Arial" panose="020B0604020202020204" pitchFamily="34" charset="0"/>
              </a:rPr>
              <a:t>69</a:t>
            </a:r>
            <a:r>
              <a:rPr lang="id-ID" sz="2800" b="1" dirty="0">
                <a:ln w="19050">
                  <a:solidFill>
                    <a:schemeClr val="tx1"/>
                  </a:solidFill>
                </a:ln>
                <a:latin typeface="Arial" panose="020B0604020202020204" pitchFamily="34" charset="0"/>
                <a:cs typeface="Arial" panose="020B0604020202020204" pitchFamily="34" charset="0"/>
              </a:rPr>
              <a:t> </a:t>
            </a:r>
            <a:endParaRPr lang="zh-CN" altLang="en-US" dirty="0"/>
          </a:p>
          <a:p>
            <a:r>
              <a:rPr lang="id-ID" sz="2800" b="1" cap="none" spc="0" dirty="0">
                <a:ln w="19050">
                  <a:solidFill>
                    <a:schemeClr val="tx1"/>
                  </a:solidFill>
                </a:ln>
                <a:effectLst/>
                <a:latin typeface="Arial" panose="020B0604020202020204" pitchFamily="34" charset="0"/>
                <a:cs typeface="Arial" panose="020B0604020202020204" pitchFamily="34" charset="0"/>
              </a:rPr>
              <a:t>JABATAN			: Komandan Koramil   0817/1</a:t>
            </a:r>
            <a:r>
              <a:rPr lang="en-US" sz="2800" b="1" cap="none" spc="0" dirty="0">
                <a:ln w="19050">
                  <a:solidFill>
                    <a:schemeClr val="tx1"/>
                  </a:solidFill>
                </a:ln>
                <a:effectLst/>
                <a:latin typeface="Arial" panose="020B0604020202020204" pitchFamily="34" charset="0"/>
                <a:cs typeface="Arial" panose="020B0604020202020204" pitchFamily="34" charset="0"/>
              </a:rPr>
              <a:t>3</a:t>
            </a:r>
            <a:endParaRPr lang="zh-CN" altLang="en-US" dirty="0"/>
          </a:p>
          <a:p>
            <a:r>
              <a:rPr lang="id-ID" sz="2800" b="1" dirty="0">
                <a:ln w="19050">
                  <a:solidFill>
                    <a:schemeClr val="tx1"/>
                  </a:solidFill>
                </a:ln>
                <a:latin typeface="Arial" panose="020B0604020202020204" pitchFamily="34" charset="0"/>
                <a:cs typeface="Arial" panose="020B0604020202020204" pitchFamily="34" charset="0"/>
              </a:rPr>
              <a:t>ALAMAT			: </a:t>
            </a:r>
            <a:r>
              <a:rPr lang="en-US" sz="2800" b="1" dirty="0">
                <a:ln w="19050">
                  <a:solidFill>
                    <a:schemeClr val="tx1"/>
                  </a:solidFill>
                </a:ln>
                <a:latin typeface="Arial" panose="020B0604020202020204" pitchFamily="34" charset="0"/>
                <a:cs typeface="Arial" panose="020B0604020202020204" pitchFamily="34" charset="0"/>
              </a:rPr>
              <a:t>Lamongan</a:t>
            </a:r>
            <a:endParaRPr lang="zh-CN" altLang="en-US" dirty="0"/>
          </a:p>
        </p:txBody>
      </p:sp>
      <p:pic>
        <p:nvPicPr>
          <p:cNvPr id="2097238" name="Picture 2097237"/>
          <p:cNvPicPr>
            <a:picLocks/>
          </p:cNvPicPr>
          <p:nvPr/>
        </p:nvPicPr>
        <p:blipFill>
          <a:blip r:embed="rId3"/>
          <a:stretch>
            <a:fillRect/>
          </a:stretch>
        </p:blipFill>
        <p:spPr>
          <a:xfrm>
            <a:off x="3448329" y="1183056"/>
            <a:ext cx="1608405" cy="223997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7" name="Rectangle 2"/>
          <p:cNvSpPr>
            <a:spLocks noChangeArrowheads="1"/>
          </p:cNvSpPr>
          <p:nvPr/>
        </p:nvSpPr>
        <p:spPr bwMode="auto">
          <a:xfrm>
            <a:off x="1" y="1"/>
            <a:ext cx="184658" cy="369300"/>
          </a:xfrm>
          <a:prstGeom prst="rect">
            <a:avLst/>
          </a:prstGeom>
          <a:noFill/>
          <a:ln w="9525">
            <a:noFill/>
            <a:miter lim="800000"/>
            <a:headEnd/>
            <a:tailEnd/>
          </a:ln>
          <a:effectLst/>
        </p:spPr>
        <p:txBody>
          <a:bodyPr vert="horz" wrap="none" lIns="91404" tIns="45704" rIns="91404" bIns="45704" numCol="1" anchor="ctr" anchorCtr="0" compatLnSpc="1">
            <a:prstTxWarp prst="textNoShape">
              <a:avLst/>
            </a:prstTxWarp>
            <a:spAutoFit/>
          </a:bodyPr>
          <a:lstStyle/>
          <a:p>
            <a:endParaRPr lang="en-US">
              <a:solidFill>
                <a:prstClr val="white"/>
              </a:solidFill>
            </a:endParaRPr>
          </a:p>
        </p:txBody>
      </p:sp>
      <p:pic>
        <p:nvPicPr>
          <p:cNvPr id="11" name="Picture Placeholder 2" descr="C:\Documents and Settings\HP\My Documents\PAK ALING\pak.aling copy.jpg">
            <a:extLst>
              <a:ext uri="{FF2B5EF4-FFF2-40B4-BE49-F238E27FC236}">
                <a16:creationId xmlns:a16="http://schemas.microsoft.com/office/drawing/2014/main" xmlns="" id="{344AB91C-F45B-450D-BB0D-F33D2D0FB566}"/>
              </a:ext>
            </a:extLst>
          </p:cNvPr>
          <p:cNvPicPr>
            <a:picLocks noChangeAspect="1" noChangeArrowheads="1"/>
          </p:cNvPicPr>
          <p:nvPr/>
        </p:nvPicPr>
        <p:blipFill>
          <a:blip r:embed="rId2" cstate="print"/>
          <a:srcRect l="2870" r="2870"/>
          <a:stretch>
            <a:fillRect/>
          </a:stretch>
        </p:blipFill>
        <p:spPr>
          <a:xfrm>
            <a:off x="0" y="0"/>
            <a:ext cx="9144000" cy="6902450"/>
          </a:xfrm>
          <a:prstGeom prst="rect">
            <a:avLst/>
          </a:prstGeom>
          <a:ln w="9525"/>
          <a:effectLst>
            <a:outerShdw blurRad="63500" dist="25400" dir="5400000" rotWithShape="0">
              <a:srgbClr val="000000">
                <a:alpha val="39999"/>
              </a:srgbClr>
            </a:outerShdw>
          </a:effectLst>
        </p:spPr>
      </p:pic>
      <p:sp>
        <p:nvSpPr>
          <p:cNvPr id="12" name="Title 1">
            <a:extLst>
              <a:ext uri="{FF2B5EF4-FFF2-40B4-BE49-F238E27FC236}">
                <a16:creationId xmlns:a16="http://schemas.microsoft.com/office/drawing/2014/main" xmlns="" id="{08435A80-3020-416C-B6F7-536921A1FEEF}"/>
              </a:ext>
            </a:extLst>
          </p:cNvPr>
          <p:cNvSpPr txBox="1">
            <a:spLocks/>
          </p:cNvSpPr>
          <p:nvPr/>
        </p:nvSpPr>
        <p:spPr>
          <a:xfrm>
            <a:off x="157628" y="0"/>
            <a:ext cx="8986372" cy="6085257"/>
          </a:xfrm>
          <a:prstGeom prst="rect">
            <a:avLst/>
          </a:prstGeom>
        </p:spPr>
        <p:txBody>
          <a:bodyPr vert="horz" anchor="t">
            <a:noAutofit/>
          </a:bodyPr>
          <a:lstStyle>
            <a:lvl1pPr algn="l" rtl="0" eaLnBrk="1" latinLnBrk="0" hangingPunct="1">
              <a:spcBef>
                <a:spcPct val="0"/>
              </a:spcBef>
              <a:buNone/>
              <a:defRPr kumimoji="0" sz="4000" kern="1200" spc="-100" baseline="0">
                <a:solidFill>
                  <a:schemeClr val="tx2">
                    <a:satMod val="200000"/>
                  </a:schemeClr>
                </a:solidFill>
                <a:latin typeface="+mj-lt"/>
                <a:ea typeface="+mj-ea"/>
                <a:cs typeface="+mj-cs"/>
              </a:defRPr>
            </a:lvl1pPr>
          </a:lstStyle>
          <a:p>
            <a:r>
              <a:rPr lang="en-US" sz="1600" dirty="0">
                <a:latin typeface="Arial" panose="020B0604020202020204" pitchFamily="34" charset="0"/>
                <a:cs typeface="Arial" panose="020B0604020202020204" pitchFamily="34" charset="0"/>
              </a:rPr>
              <a:t/>
            </a:r>
            <a:br>
              <a:rPr lang="en-US" sz="1600" dirty="0">
                <a:latin typeface="Arial" panose="020B0604020202020204" pitchFamily="34" charset="0"/>
                <a:cs typeface="Arial" panose="020B0604020202020204" pitchFamily="34" charset="0"/>
              </a:rPr>
            </a:br>
            <a:r>
              <a:rPr lang="en-US" sz="1600" dirty="0">
                <a:latin typeface="Arial" panose="020B0604020202020204" pitchFamily="34" charset="0"/>
                <a:cs typeface="Arial" panose="020B0604020202020204" pitchFamily="34" charset="0"/>
              </a:rPr>
              <a:t/>
            </a:r>
            <a:br>
              <a:rPr lang="en-US" sz="1600" dirty="0">
                <a:latin typeface="Arial" panose="020B0604020202020204" pitchFamily="34" charset="0"/>
                <a:cs typeface="Arial" panose="020B0604020202020204" pitchFamily="34" charset="0"/>
              </a:rPr>
            </a:br>
            <a:r>
              <a:rPr lang="en-US" sz="1600" b="1" dirty="0">
                <a:solidFill>
                  <a:schemeClr val="tx1"/>
                </a:solidFill>
                <a:latin typeface="Arial" panose="020B0604020202020204" pitchFamily="34" charset="0"/>
                <a:cs typeface="Arial" panose="020B0604020202020204" pitchFamily="34" charset="0"/>
              </a:rPr>
              <a:t>A.   BIODATA</a:t>
            </a:r>
            <a:r>
              <a:rPr lang="en-US" sz="1600" dirty="0">
                <a:solidFill>
                  <a:schemeClr val="tx1"/>
                </a:solidFill>
                <a:latin typeface="Arial" panose="020B0604020202020204" pitchFamily="34" charset="0"/>
                <a:cs typeface="Arial" panose="020B0604020202020204" pitchFamily="34" charset="0"/>
              </a:rPr>
              <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      1. Nama		: </a:t>
            </a:r>
            <a:r>
              <a:rPr lang="en-US" sz="1600" dirty="0" err="1">
                <a:solidFill>
                  <a:schemeClr val="tx1"/>
                </a:solidFill>
                <a:latin typeface="Arial" panose="020B0604020202020204" pitchFamily="34" charset="0"/>
                <a:cs typeface="Arial" panose="020B0604020202020204" pitchFamily="34" charset="0"/>
              </a:rPr>
              <a:t>Romli</a:t>
            </a:r>
            <a:r>
              <a:rPr lang="en-US" sz="1600" dirty="0">
                <a:solidFill>
                  <a:schemeClr val="tx1"/>
                </a:solidFill>
                <a:latin typeface="Arial" panose="020B0604020202020204" pitchFamily="34" charset="0"/>
                <a:cs typeface="Arial" panose="020B0604020202020204" pitchFamily="34" charset="0"/>
              </a:rPr>
              <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      2. </a:t>
            </a:r>
            <a:r>
              <a:rPr lang="en-US" sz="1600" dirty="0" err="1">
                <a:solidFill>
                  <a:schemeClr val="tx1"/>
                </a:solidFill>
                <a:latin typeface="Arial" panose="020B0604020202020204" pitchFamily="34" charset="0"/>
                <a:cs typeface="Arial" panose="020B0604020202020204" pitchFamily="34" charset="0"/>
              </a:rPr>
              <a:t>Pangkat</a:t>
            </a:r>
            <a:r>
              <a:rPr lang="en-US" sz="1600" dirty="0">
                <a:solidFill>
                  <a:schemeClr val="tx1"/>
                </a:solidFill>
                <a:latin typeface="Arial" panose="020B0604020202020204" pitchFamily="34" charset="0"/>
                <a:cs typeface="Arial" panose="020B0604020202020204" pitchFamily="34" charset="0"/>
              </a:rPr>
              <a:t>		: </a:t>
            </a:r>
            <a:r>
              <a:rPr lang="id-ID" sz="1600" smtClean="0">
                <a:solidFill>
                  <a:schemeClr val="tx1"/>
                </a:solidFill>
                <a:latin typeface="Arial" panose="020B0604020202020204" pitchFamily="34" charset="0"/>
                <a:cs typeface="Arial" panose="020B0604020202020204" pitchFamily="34" charset="0"/>
              </a:rPr>
              <a:t>Kapten</a:t>
            </a:r>
            <a:r>
              <a:rPr lang="en-US" sz="1600" smtClean="0">
                <a:solidFill>
                  <a:schemeClr val="tx1"/>
                </a:solidFill>
                <a:latin typeface="Arial" panose="020B0604020202020204" pitchFamily="34" charset="0"/>
                <a:cs typeface="Arial" panose="020B0604020202020204" pitchFamily="34" charset="0"/>
              </a:rPr>
              <a:t> </a:t>
            </a:r>
            <a:r>
              <a:rPr lang="en-US" sz="1600" dirty="0">
                <a:solidFill>
                  <a:schemeClr val="tx1"/>
                </a:solidFill>
                <a:latin typeface="Arial" panose="020B0604020202020204" pitchFamily="34" charset="0"/>
                <a:cs typeface="Arial" panose="020B0604020202020204" pitchFamily="34" charset="0"/>
              </a:rPr>
              <a:t>Inf</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      3. </a:t>
            </a:r>
            <a:r>
              <a:rPr lang="en-US" sz="1600" dirty="0" err="1">
                <a:solidFill>
                  <a:schemeClr val="tx1"/>
                </a:solidFill>
                <a:latin typeface="Arial" panose="020B0604020202020204" pitchFamily="34" charset="0"/>
                <a:cs typeface="Arial" panose="020B0604020202020204" pitchFamily="34" charset="0"/>
              </a:rPr>
              <a:t>Jabatan</a:t>
            </a:r>
            <a:r>
              <a:rPr lang="en-US" sz="1600" dirty="0">
                <a:solidFill>
                  <a:schemeClr val="tx1"/>
                </a:solidFill>
                <a:latin typeface="Arial" panose="020B0604020202020204" pitchFamily="34" charset="0"/>
                <a:cs typeface="Arial" panose="020B0604020202020204" pitchFamily="34" charset="0"/>
              </a:rPr>
              <a:t>		: </a:t>
            </a:r>
            <a:r>
              <a:rPr lang="en-US" sz="1600" dirty="0" err="1">
                <a:solidFill>
                  <a:schemeClr val="tx1"/>
                </a:solidFill>
                <a:latin typeface="Arial" panose="020B0604020202020204" pitchFamily="34" charset="0"/>
                <a:cs typeface="Arial" panose="020B0604020202020204" pitchFamily="34" charset="0"/>
              </a:rPr>
              <a:t>Danramil</a:t>
            </a:r>
            <a:r>
              <a:rPr lang="en-US" sz="1600" dirty="0">
                <a:solidFill>
                  <a:schemeClr val="tx1"/>
                </a:solidFill>
                <a:latin typeface="Arial" panose="020B0604020202020204" pitchFamily="34" charset="0"/>
                <a:cs typeface="Arial" panose="020B0604020202020204" pitchFamily="34" charset="0"/>
              </a:rPr>
              <a:t> 0817/13 </a:t>
            </a:r>
            <a:r>
              <a:rPr lang="en-US" sz="1600" dirty="0" err="1">
                <a:solidFill>
                  <a:schemeClr val="tx1"/>
                </a:solidFill>
                <a:latin typeface="Arial" panose="020B0604020202020204" pitchFamily="34" charset="0"/>
                <a:cs typeface="Arial" panose="020B0604020202020204" pitchFamily="34" charset="0"/>
              </a:rPr>
              <a:t>Ujungpangkah</a:t>
            </a:r>
            <a:r>
              <a:rPr lang="en-US" sz="1600" dirty="0">
                <a:solidFill>
                  <a:schemeClr val="tx1"/>
                </a:solidFill>
                <a:latin typeface="Arial" panose="020B0604020202020204" pitchFamily="34" charset="0"/>
                <a:cs typeface="Arial" panose="020B0604020202020204" pitchFamily="34" charset="0"/>
              </a:rPr>
              <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      4. </a:t>
            </a:r>
            <a:r>
              <a:rPr lang="en-US" sz="1600" dirty="0" err="1">
                <a:solidFill>
                  <a:schemeClr val="tx1"/>
                </a:solidFill>
                <a:latin typeface="Arial" panose="020B0604020202020204" pitchFamily="34" charset="0"/>
                <a:cs typeface="Arial" panose="020B0604020202020204" pitchFamily="34" charset="0"/>
              </a:rPr>
              <a:t>Asal</a:t>
            </a:r>
            <a:r>
              <a:rPr lang="en-US" sz="1600" dirty="0">
                <a:solidFill>
                  <a:schemeClr val="tx1"/>
                </a:solidFill>
                <a:latin typeface="Arial" panose="020B0604020202020204" pitchFamily="34" charset="0"/>
                <a:cs typeface="Arial" panose="020B0604020202020204" pitchFamily="34" charset="0"/>
              </a:rPr>
              <a:t>			: </a:t>
            </a:r>
            <a:r>
              <a:rPr lang="en-US" sz="1600" dirty="0" err="1">
                <a:solidFill>
                  <a:schemeClr val="tx1"/>
                </a:solidFill>
                <a:latin typeface="Arial" panose="020B0604020202020204" pitchFamily="34" charset="0"/>
                <a:cs typeface="Arial" panose="020B0604020202020204" pitchFamily="34" charset="0"/>
              </a:rPr>
              <a:t>Lamongan</a:t>
            </a:r>
            <a:r>
              <a:rPr lang="en-US" sz="1600" dirty="0">
                <a:solidFill>
                  <a:schemeClr val="tx1"/>
                </a:solidFill>
                <a:latin typeface="Arial" panose="020B0604020202020204" pitchFamily="34" charset="0"/>
                <a:cs typeface="Arial" panose="020B0604020202020204" pitchFamily="34" charset="0"/>
              </a:rPr>
              <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      5. Status		: K2</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
            </a:r>
            <a:br>
              <a:rPr lang="en-US" sz="1600" dirty="0">
                <a:solidFill>
                  <a:schemeClr val="tx1"/>
                </a:solidFill>
                <a:latin typeface="Arial" panose="020B0604020202020204" pitchFamily="34" charset="0"/>
                <a:cs typeface="Arial" panose="020B0604020202020204" pitchFamily="34" charset="0"/>
              </a:rPr>
            </a:br>
            <a:r>
              <a:rPr lang="en-US" sz="1600" b="1" dirty="0">
                <a:solidFill>
                  <a:schemeClr val="tx1"/>
                </a:solidFill>
                <a:latin typeface="Arial" panose="020B0604020202020204" pitchFamily="34" charset="0"/>
                <a:cs typeface="Arial" panose="020B0604020202020204" pitchFamily="34" charset="0"/>
              </a:rPr>
              <a:t>B.   PENDIDIKAN</a:t>
            </a:r>
            <a:r>
              <a:rPr lang="en-US" sz="1600" dirty="0">
                <a:solidFill>
                  <a:schemeClr val="tx1"/>
                </a:solidFill>
                <a:latin typeface="Arial" panose="020B0604020202020204" pitchFamily="34" charset="0"/>
                <a:cs typeface="Arial" panose="020B0604020202020204" pitchFamily="34" charset="0"/>
              </a:rPr>
              <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      1. SD			: 1983</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      2. SMP			: 1986</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      3. SMA			: 1989</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
            </a:r>
            <a:br>
              <a:rPr lang="en-US" sz="1600" dirty="0">
                <a:solidFill>
                  <a:schemeClr val="tx1"/>
                </a:solidFill>
                <a:latin typeface="Arial" panose="020B0604020202020204" pitchFamily="34" charset="0"/>
                <a:cs typeface="Arial" panose="020B0604020202020204" pitchFamily="34" charset="0"/>
              </a:rPr>
            </a:br>
            <a:r>
              <a:rPr lang="en-US" sz="1600" b="1" dirty="0">
                <a:solidFill>
                  <a:schemeClr val="tx1"/>
                </a:solidFill>
                <a:latin typeface="Arial" panose="020B0604020202020204" pitchFamily="34" charset="0"/>
                <a:cs typeface="Arial" panose="020B0604020202020204" pitchFamily="34" charset="0"/>
              </a:rPr>
              <a:t>C.   PENDIDIKAN MILITER</a:t>
            </a:r>
            <a:br>
              <a:rPr lang="en-US" sz="1600" b="1" dirty="0">
                <a:solidFill>
                  <a:schemeClr val="tx1"/>
                </a:solidFill>
                <a:latin typeface="Arial" panose="020B0604020202020204" pitchFamily="34" charset="0"/>
                <a:cs typeface="Arial" panose="020B0604020202020204" pitchFamily="34" charset="0"/>
              </a:rPr>
            </a:br>
            <a:r>
              <a:rPr lang="en-US" sz="1600" b="1" dirty="0">
                <a:solidFill>
                  <a:schemeClr val="tx1"/>
                </a:solidFill>
                <a:latin typeface="Arial" panose="020B0604020202020204" pitchFamily="34" charset="0"/>
                <a:cs typeface="Arial" panose="020B0604020202020204" pitchFamily="34" charset="0"/>
              </a:rPr>
              <a:t>      </a:t>
            </a:r>
            <a:r>
              <a:rPr lang="en-US" sz="1600" dirty="0">
                <a:solidFill>
                  <a:schemeClr val="tx1"/>
                </a:solidFill>
                <a:latin typeface="Arial" panose="020B0604020202020204" pitchFamily="34" charset="0"/>
                <a:cs typeface="Arial" panose="020B0604020202020204" pitchFamily="34" charset="0"/>
              </a:rPr>
              <a:t>1. </a:t>
            </a:r>
            <a:r>
              <a:rPr lang="en-US" sz="1600" dirty="0" err="1">
                <a:solidFill>
                  <a:schemeClr val="tx1"/>
                </a:solidFill>
                <a:latin typeface="Arial" panose="020B0604020202020204" pitchFamily="34" charset="0"/>
                <a:cs typeface="Arial" panose="020B0604020202020204" pitchFamily="34" charset="0"/>
              </a:rPr>
              <a:t>Tamtama</a:t>
            </a:r>
            <a:r>
              <a:rPr lang="en-US" sz="1600" dirty="0">
                <a:solidFill>
                  <a:schemeClr val="tx1"/>
                </a:solidFill>
                <a:latin typeface="Arial" panose="020B0604020202020204" pitchFamily="34" charset="0"/>
                <a:cs typeface="Arial" panose="020B0604020202020204" pitchFamily="34" charset="0"/>
              </a:rPr>
              <a:t>		: 1989/1990</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      2. </a:t>
            </a:r>
            <a:r>
              <a:rPr lang="en-US" sz="1600" dirty="0" err="1">
                <a:solidFill>
                  <a:schemeClr val="tx1"/>
                </a:solidFill>
                <a:latin typeface="Arial" panose="020B0604020202020204" pitchFamily="34" charset="0"/>
                <a:cs typeface="Arial" panose="020B0604020202020204" pitchFamily="34" charset="0"/>
              </a:rPr>
              <a:t>Secaba</a:t>
            </a:r>
            <a:r>
              <a:rPr lang="en-US" sz="1600" dirty="0">
                <a:solidFill>
                  <a:schemeClr val="tx1"/>
                </a:solidFill>
                <a:latin typeface="Arial" panose="020B0604020202020204" pitchFamily="34" charset="0"/>
                <a:cs typeface="Arial" panose="020B0604020202020204" pitchFamily="34" charset="0"/>
              </a:rPr>
              <a:t>		: 1997/1998</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      3. </a:t>
            </a:r>
            <a:r>
              <a:rPr lang="en-US" sz="1600" dirty="0" err="1">
                <a:solidFill>
                  <a:schemeClr val="tx1"/>
                </a:solidFill>
                <a:latin typeface="Arial" panose="020B0604020202020204" pitchFamily="34" charset="0"/>
                <a:cs typeface="Arial" panose="020B0604020202020204" pitchFamily="34" charset="0"/>
              </a:rPr>
              <a:t>Perwira</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Abituren</a:t>
            </a:r>
            <a:r>
              <a:rPr lang="en-US" sz="1600" dirty="0">
                <a:solidFill>
                  <a:schemeClr val="tx1"/>
                </a:solidFill>
                <a:latin typeface="Arial" panose="020B0604020202020204" pitchFamily="34" charset="0"/>
                <a:cs typeface="Arial" panose="020B0604020202020204" pitchFamily="34" charset="0"/>
              </a:rPr>
              <a:t>		: 2019/2020</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
            </a:r>
            <a:br>
              <a:rPr lang="en-US" sz="1600" dirty="0">
                <a:solidFill>
                  <a:schemeClr val="tx1"/>
                </a:solidFill>
                <a:latin typeface="Arial" panose="020B0604020202020204" pitchFamily="34" charset="0"/>
                <a:cs typeface="Arial" panose="020B0604020202020204" pitchFamily="34" charset="0"/>
              </a:rPr>
            </a:br>
            <a:r>
              <a:rPr lang="en-US" sz="1600" b="1" dirty="0">
                <a:solidFill>
                  <a:schemeClr val="tx1"/>
                </a:solidFill>
                <a:latin typeface="Arial" panose="020B0604020202020204" pitchFamily="34" charset="0"/>
                <a:cs typeface="Arial" panose="020B0604020202020204" pitchFamily="34" charset="0"/>
              </a:rPr>
              <a:t>D.   RIWAYAT PENUGASAN</a:t>
            </a:r>
            <a:br>
              <a:rPr lang="en-US" sz="1600" b="1" dirty="0">
                <a:solidFill>
                  <a:schemeClr val="tx1"/>
                </a:solidFill>
                <a:latin typeface="Arial" panose="020B0604020202020204" pitchFamily="34" charset="0"/>
                <a:cs typeface="Arial" panose="020B0604020202020204" pitchFamily="34" charset="0"/>
              </a:rPr>
            </a:br>
            <a:r>
              <a:rPr lang="en-US" sz="1600" b="1" dirty="0">
                <a:solidFill>
                  <a:schemeClr val="tx1"/>
                </a:solidFill>
                <a:latin typeface="Arial" panose="020B0604020202020204" pitchFamily="34" charset="0"/>
                <a:cs typeface="Arial" panose="020B0604020202020204" pitchFamily="34" charset="0"/>
              </a:rPr>
              <a:t>      </a:t>
            </a:r>
            <a:r>
              <a:rPr lang="en-US" sz="1600" dirty="0">
                <a:solidFill>
                  <a:schemeClr val="tx1"/>
                </a:solidFill>
                <a:latin typeface="Arial" panose="020B0604020202020204" pitchFamily="34" charset="0"/>
                <a:cs typeface="Arial" panose="020B0604020202020204" pitchFamily="34" charset="0"/>
              </a:rPr>
              <a:t>1. </a:t>
            </a:r>
            <a:r>
              <a:rPr lang="en-US" sz="1600" dirty="0" err="1">
                <a:solidFill>
                  <a:schemeClr val="tx1"/>
                </a:solidFill>
                <a:latin typeface="Arial" panose="020B0604020202020204" pitchFamily="34" charset="0"/>
                <a:cs typeface="Arial" panose="020B0604020202020204" pitchFamily="34" charset="0"/>
              </a:rPr>
              <a:t>Oprasi</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Seroja</a:t>
            </a:r>
            <a:r>
              <a:rPr lang="en-US" sz="1600" dirty="0">
                <a:solidFill>
                  <a:schemeClr val="tx1"/>
                </a:solidFill>
                <a:latin typeface="Arial" panose="020B0604020202020204" pitchFamily="34" charset="0"/>
                <a:cs typeface="Arial" panose="020B0604020202020204" pitchFamily="34" charset="0"/>
              </a:rPr>
              <a:t> 1990/1993</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      2. </a:t>
            </a:r>
            <a:r>
              <a:rPr lang="en-US" sz="1600" dirty="0" err="1">
                <a:solidFill>
                  <a:schemeClr val="tx1"/>
                </a:solidFill>
                <a:latin typeface="Arial" panose="020B0604020202020204" pitchFamily="34" charset="0"/>
                <a:cs typeface="Arial" panose="020B0604020202020204" pitchFamily="34" charset="0"/>
              </a:rPr>
              <a:t>Kontingen</a:t>
            </a:r>
            <a:r>
              <a:rPr lang="en-US" sz="1600" dirty="0">
                <a:solidFill>
                  <a:schemeClr val="tx1"/>
                </a:solidFill>
                <a:latin typeface="Arial" panose="020B0604020202020204" pitchFamily="34" charset="0"/>
                <a:cs typeface="Arial" panose="020B0604020202020204" pitchFamily="34" charset="0"/>
              </a:rPr>
              <a:t> Garuda </a:t>
            </a:r>
            <a:r>
              <a:rPr lang="en-US" sz="1600" dirty="0" err="1">
                <a:solidFill>
                  <a:schemeClr val="tx1"/>
                </a:solidFill>
                <a:latin typeface="Arial" panose="020B0604020202020204" pitchFamily="34" charset="0"/>
                <a:cs typeface="Arial" panose="020B0604020202020204" pitchFamily="34" charset="0"/>
              </a:rPr>
              <a:t>ke</a:t>
            </a:r>
            <a:r>
              <a:rPr lang="en-US" sz="1600" dirty="0">
                <a:solidFill>
                  <a:schemeClr val="tx1"/>
                </a:solidFill>
                <a:latin typeface="Arial" panose="020B0604020202020204" pitchFamily="34" charset="0"/>
                <a:cs typeface="Arial" panose="020B0604020202020204" pitchFamily="34" charset="0"/>
              </a:rPr>
              <a:t> 13 </a:t>
            </a:r>
            <a:r>
              <a:rPr lang="en-US" sz="1600" dirty="0" err="1">
                <a:solidFill>
                  <a:schemeClr val="tx1"/>
                </a:solidFill>
                <a:latin typeface="Arial" panose="020B0604020202020204" pitchFamily="34" charset="0"/>
                <a:cs typeface="Arial" panose="020B0604020202020204" pitchFamily="34" charset="0"/>
              </a:rPr>
              <a:t>dengan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misi</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Unosom</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Unaited</a:t>
            </a:r>
            <a:r>
              <a:rPr lang="en-US" sz="1600" dirty="0">
                <a:solidFill>
                  <a:schemeClr val="tx1"/>
                </a:solidFill>
                <a:latin typeface="Arial" panose="020B0604020202020204" pitchFamily="34" charset="0"/>
                <a:cs typeface="Arial" panose="020B0604020202020204" pitchFamily="34" charset="0"/>
              </a:rPr>
              <a:t> nations </a:t>
            </a:r>
            <a:r>
              <a:rPr lang="en-US" sz="1600" dirty="0" err="1">
                <a:solidFill>
                  <a:schemeClr val="tx1"/>
                </a:solidFill>
                <a:latin typeface="Arial" panose="020B0604020202020204" pitchFamily="34" charset="0"/>
                <a:cs typeface="Arial" panose="020B0604020202020204" pitchFamily="34" charset="0"/>
              </a:rPr>
              <a:t>Opraration</a:t>
            </a:r>
            <a:r>
              <a:rPr lang="en-US" sz="1600" dirty="0">
                <a:solidFill>
                  <a:schemeClr val="tx1"/>
                </a:solidFill>
                <a:latin typeface="Arial" panose="020B0604020202020204" pitchFamily="34" charset="0"/>
                <a:cs typeface="Arial" panose="020B0604020202020204" pitchFamily="34" charset="0"/>
              </a:rPr>
              <a:t> in </a:t>
            </a:r>
            <a:r>
              <a:rPr lang="en-US" sz="1600" dirty="0" err="1">
                <a:solidFill>
                  <a:schemeClr val="tx1"/>
                </a:solidFill>
                <a:latin typeface="Arial" panose="020B0604020202020204" pitchFamily="34" charset="0"/>
                <a:cs typeface="Arial" panose="020B0604020202020204" pitchFamily="34" charset="0"/>
              </a:rPr>
              <a:t>solamia</a:t>
            </a:r>
            <a:r>
              <a:rPr lang="en-US" sz="1600" dirty="0">
                <a:solidFill>
                  <a:schemeClr val="tx1"/>
                </a:solidFill>
                <a:latin typeface="Arial" panose="020B0604020202020204" pitchFamily="34" charset="0"/>
                <a:cs typeface="Arial" panose="020B0604020202020204" pitchFamily="34" charset="0"/>
              </a:rPr>
              <a:t>) 1994</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      3. </a:t>
            </a:r>
            <a:r>
              <a:rPr lang="en-US" sz="1600" dirty="0" err="1">
                <a:solidFill>
                  <a:schemeClr val="tx1"/>
                </a:solidFill>
                <a:latin typeface="Arial" panose="020B0604020202020204" pitchFamily="34" charset="0"/>
                <a:cs typeface="Arial" panose="020B0604020202020204" pitchFamily="34" charset="0"/>
              </a:rPr>
              <a:t>Oprasi</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Seroja</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dilanjutkan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oprasi</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pembebasan</a:t>
            </a:r>
            <a:r>
              <a:rPr lang="en-US" sz="1600" dirty="0">
                <a:solidFill>
                  <a:schemeClr val="tx1"/>
                </a:solidFill>
                <a:latin typeface="Arial" panose="020B0604020202020204" pitchFamily="34" charset="0"/>
                <a:cs typeface="Arial" panose="020B0604020202020204" pitchFamily="34" charset="0"/>
              </a:rPr>
              <a:t> Sandra di </a:t>
            </a:r>
            <a:r>
              <a:rPr lang="en-US" sz="1600" dirty="0" err="1">
                <a:solidFill>
                  <a:schemeClr val="tx1"/>
                </a:solidFill>
                <a:latin typeface="Arial" panose="020B0604020202020204" pitchFamily="34" charset="0"/>
                <a:cs typeface="Arial" panose="020B0604020202020204" pitchFamily="34" charset="0"/>
              </a:rPr>
              <a:t>Mapenduma</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pegunungan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tengghl</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irian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jaya</a:t>
            </a:r>
            <a:r>
              <a:rPr lang="en-US" sz="1600" dirty="0">
                <a:solidFill>
                  <a:schemeClr val="tx1"/>
                </a:solidFill>
                <a:latin typeface="Arial" panose="020B0604020202020204" pitchFamily="34" charset="0"/>
                <a:cs typeface="Arial" panose="020B0604020202020204" pitchFamily="34" charset="0"/>
              </a:rPr>
              <a:t> 1996</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      4. </a:t>
            </a:r>
            <a:r>
              <a:rPr lang="en-US" sz="1600" dirty="0" err="1">
                <a:solidFill>
                  <a:schemeClr val="tx1"/>
                </a:solidFill>
                <a:latin typeface="Arial" panose="020B0604020202020204" pitchFamily="34" charset="0"/>
                <a:cs typeface="Arial" panose="020B0604020202020204" pitchFamily="34" charset="0"/>
              </a:rPr>
              <a:t>Pengamanan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Ovit</a:t>
            </a:r>
            <a:r>
              <a:rPr lang="en-US" sz="1600" dirty="0">
                <a:solidFill>
                  <a:schemeClr val="tx1"/>
                </a:solidFill>
                <a:latin typeface="Arial" panose="020B0604020202020204" pitchFamily="34" charset="0"/>
                <a:cs typeface="Arial" panose="020B0604020202020204" pitchFamily="34" charset="0"/>
              </a:rPr>
              <a:t> PT FIC. 1998</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      5. </a:t>
            </a:r>
            <a:r>
              <a:rPr lang="en-US" sz="1600" dirty="0" err="1">
                <a:solidFill>
                  <a:schemeClr val="tx1"/>
                </a:solidFill>
                <a:latin typeface="Arial" panose="020B0604020202020204" pitchFamily="34" charset="0"/>
                <a:cs typeface="Arial" panose="020B0604020202020204" pitchFamily="34" charset="0"/>
              </a:rPr>
              <a:t>Pengamanan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Perbatasan</a:t>
            </a:r>
            <a:r>
              <a:rPr lang="en-US" sz="1600" dirty="0">
                <a:solidFill>
                  <a:schemeClr val="tx1"/>
                </a:solidFill>
                <a:latin typeface="Arial" panose="020B0604020202020204" pitchFamily="34" charset="0"/>
                <a:cs typeface="Arial" panose="020B0604020202020204" pitchFamily="34" charset="0"/>
              </a:rPr>
              <a:t> Tim-</a:t>
            </a:r>
            <a:r>
              <a:rPr lang="en-US" sz="1600" dirty="0" err="1">
                <a:solidFill>
                  <a:schemeClr val="tx1"/>
                </a:solidFill>
                <a:latin typeface="Arial" panose="020B0604020202020204" pitchFamily="34" charset="0"/>
                <a:cs typeface="Arial" panose="020B0604020202020204" pitchFamily="34" charset="0"/>
              </a:rPr>
              <a:t>tim</a:t>
            </a:r>
            <a:r>
              <a:rPr lang="en-US" sz="1600" dirty="0">
                <a:solidFill>
                  <a:schemeClr val="tx1"/>
                </a:solidFill>
                <a:latin typeface="Arial" panose="020B0604020202020204" pitchFamily="34" charset="0"/>
                <a:cs typeface="Arial" panose="020B0604020202020204" pitchFamily="34" charset="0"/>
              </a:rPr>
              <a:t> di </a:t>
            </a:r>
            <a:r>
              <a:rPr lang="en-US" sz="1600" dirty="0" err="1">
                <a:solidFill>
                  <a:schemeClr val="tx1"/>
                </a:solidFill>
                <a:latin typeface="Arial" panose="020B0604020202020204" pitchFamily="34" charset="0"/>
                <a:cs typeface="Arial" panose="020B0604020202020204" pitchFamily="34" charset="0"/>
              </a:rPr>
              <a:t>Atambua</a:t>
            </a:r>
            <a:r>
              <a:rPr lang="en-US" sz="1600" dirty="0">
                <a:solidFill>
                  <a:schemeClr val="tx1"/>
                </a:solidFill>
                <a:latin typeface="Arial" panose="020B0604020202020204" pitchFamily="34" charset="0"/>
                <a:cs typeface="Arial" panose="020B0604020202020204" pitchFamily="34" charset="0"/>
              </a:rPr>
              <a:t> NTT 1999</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      6. </a:t>
            </a:r>
            <a:r>
              <a:rPr lang="en-US" sz="1600" dirty="0" err="1">
                <a:solidFill>
                  <a:schemeClr val="tx1"/>
                </a:solidFill>
                <a:latin typeface="Arial" panose="020B0604020202020204" pitchFamily="34" charset="0"/>
                <a:cs typeface="Arial" panose="020B0604020202020204" pitchFamily="34" charset="0"/>
              </a:rPr>
              <a:t>Oprasi</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Darurat</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Militer</a:t>
            </a:r>
            <a:r>
              <a:rPr lang="en-US" sz="1600" dirty="0">
                <a:solidFill>
                  <a:schemeClr val="tx1"/>
                </a:solidFill>
                <a:latin typeface="Arial" panose="020B0604020202020204" pitchFamily="34" charset="0"/>
                <a:cs typeface="Arial" panose="020B0604020202020204" pitchFamily="34" charset="0"/>
              </a:rPr>
              <a:t> Aceh Th 2001</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      7. </a:t>
            </a:r>
            <a:r>
              <a:rPr lang="en-US" sz="1600" dirty="0" err="1">
                <a:solidFill>
                  <a:schemeClr val="tx1"/>
                </a:solidFill>
                <a:latin typeface="Arial" panose="020B0604020202020204" pitchFamily="34" charset="0"/>
                <a:cs typeface="Arial" panose="020B0604020202020204" pitchFamily="34" charset="0"/>
              </a:rPr>
              <a:t>Oprasi</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Pemulihan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Keamanan</a:t>
            </a:r>
            <a:r>
              <a:rPr lang="en-US" sz="1600" dirty="0">
                <a:solidFill>
                  <a:schemeClr val="tx1"/>
                </a:solidFill>
                <a:latin typeface="Arial" panose="020B0604020202020204" pitchFamily="34" charset="0"/>
                <a:cs typeface="Arial" panose="020B0604020202020204" pitchFamily="34" charset="0"/>
              </a:rPr>
              <a:t> Aceh 2003</a:t>
            </a:r>
          </a:p>
        </p:txBody>
      </p:sp>
    </p:spTree>
    <p:extLst>
      <p:ext uri="{BB962C8B-B14F-4D97-AF65-F5344CB8AC3E}">
        <p14:creationId xmlns:p14="http://schemas.microsoft.com/office/powerpoint/2010/main" val="2704890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7" name="Rectangle 2"/>
          <p:cNvSpPr>
            <a:spLocks noChangeArrowheads="1"/>
          </p:cNvSpPr>
          <p:nvPr/>
        </p:nvSpPr>
        <p:spPr bwMode="auto">
          <a:xfrm>
            <a:off x="1" y="1"/>
            <a:ext cx="184658" cy="369300"/>
          </a:xfrm>
          <a:prstGeom prst="rect">
            <a:avLst/>
          </a:prstGeom>
          <a:noFill/>
          <a:ln w="9525">
            <a:noFill/>
            <a:miter lim="800000"/>
            <a:headEnd/>
            <a:tailEnd/>
          </a:ln>
          <a:effectLst/>
        </p:spPr>
        <p:txBody>
          <a:bodyPr vert="horz" wrap="none" lIns="91404" tIns="45704" rIns="91404" bIns="45704" numCol="1" anchor="ctr" anchorCtr="0" compatLnSpc="1">
            <a:prstTxWarp prst="textNoShape">
              <a:avLst/>
            </a:prstTxWarp>
            <a:spAutoFit/>
          </a:bodyPr>
          <a:lstStyle/>
          <a:p>
            <a:endParaRPr lang="en-US">
              <a:solidFill>
                <a:prstClr val="white"/>
              </a:solidFill>
            </a:endParaRPr>
          </a:p>
        </p:txBody>
      </p:sp>
      <p:pic>
        <p:nvPicPr>
          <p:cNvPr id="11" name="Picture Placeholder 2" descr="C:\Documents and Settings\HP\My Documents\PAK ALING\pak.aling copy.jpg">
            <a:extLst>
              <a:ext uri="{FF2B5EF4-FFF2-40B4-BE49-F238E27FC236}">
                <a16:creationId xmlns:a16="http://schemas.microsoft.com/office/drawing/2014/main" xmlns="" id="{F99F0A55-4804-4F20-B2F8-0BF40328BACC}"/>
              </a:ext>
            </a:extLst>
          </p:cNvPr>
          <p:cNvPicPr>
            <a:picLocks noChangeAspect="1" noChangeArrowheads="1"/>
          </p:cNvPicPr>
          <p:nvPr/>
        </p:nvPicPr>
        <p:blipFill>
          <a:blip r:embed="rId2" cstate="print"/>
          <a:srcRect l="2870" r="2870"/>
          <a:stretch>
            <a:fillRect/>
          </a:stretch>
        </p:blipFill>
        <p:spPr>
          <a:xfrm>
            <a:off x="0" y="0"/>
            <a:ext cx="9144000" cy="6902450"/>
          </a:xfrm>
          <a:prstGeom prst="rect">
            <a:avLst/>
          </a:prstGeom>
          <a:ln w="9525"/>
          <a:effectLst>
            <a:outerShdw blurRad="63500" dist="25400" dir="5400000" rotWithShape="0">
              <a:srgbClr val="000000">
                <a:alpha val="39999"/>
              </a:srgbClr>
            </a:outerShdw>
          </a:effectLst>
        </p:spPr>
      </p:pic>
      <p:sp>
        <p:nvSpPr>
          <p:cNvPr id="12" name="Title 1">
            <a:extLst>
              <a:ext uri="{FF2B5EF4-FFF2-40B4-BE49-F238E27FC236}">
                <a16:creationId xmlns:a16="http://schemas.microsoft.com/office/drawing/2014/main" xmlns="" id="{4D4E5D02-5BEE-4E71-8922-BDB1505ACFF3}"/>
              </a:ext>
            </a:extLst>
          </p:cNvPr>
          <p:cNvSpPr txBox="1">
            <a:spLocks/>
          </p:cNvSpPr>
          <p:nvPr/>
        </p:nvSpPr>
        <p:spPr>
          <a:xfrm>
            <a:off x="184659" y="369301"/>
            <a:ext cx="8774683" cy="5940020"/>
          </a:xfrm>
          <a:prstGeom prst="rect">
            <a:avLst/>
          </a:prstGeom>
        </p:spPr>
        <p:txBody>
          <a:bodyPr vert="horz" anchor="t">
            <a:noAutofit/>
          </a:bodyPr>
          <a:lstStyle>
            <a:lvl1pPr algn="l" rtl="0" eaLnBrk="1" latinLnBrk="0" hangingPunct="1">
              <a:spcBef>
                <a:spcPct val="0"/>
              </a:spcBef>
              <a:buNone/>
              <a:defRPr kumimoji="0" sz="4000" kern="1200" spc="-100" baseline="0">
                <a:solidFill>
                  <a:schemeClr val="tx2">
                    <a:satMod val="200000"/>
                  </a:schemeClr>
                </a:solidFill>
                <a:latin typeface="+mj-lt"/>
                <a:ea typeface="+mj-ea"/>
                <a:cs typeface="+mj-cs"/>
              </a:defRPr>
            </a:lvl1pPr>
          </a:lstStyle>
          <a:p>
            <a:r>
              <a:rPr lang="en-US" sz="1600" dirty="0">
                <a:latin typeface="Arial" panose="020B0604020202020204" pitchFamily="34" charset="0"/>
                <a:cs typeface="Arial" panose="020B0604020202020204" pitchFamily="34" charset="0"/>
              </a:rPr>
              <a:t/>
            </a:r>
            <a:br>
              <a:rPr lang="en-US" sz="1600" dirty="0">
                <a:latin typeface="Arial" panose="020B0604020202020204" pitchFamily="34" charset="0"/>
                <a:cs typeface="Arial" panose="020B0604020202020204" pitchFamily="34" charset="0"/>
              </a:rPr>
            </a:br>
            <a:r>
              <a:rPr lang="en-US" sz="1600" b="1" dirty="0">
                <a:solidFill>
                  <a:schemeClr val="tx1"/>
                </a:solidFill>
                <a:latin typeface="Arial" panose="020B0604020202020204" pitchFamily="34" charset="0"/>
                <a:cs typeface="Arial" panose="020B0604020202020204" pitchFamily="34" charset="0"/>
              </a:rPr>
              <a:t>E.   RIWAYAT JABATAN</a:t>
            </a:r>
            <a:br>
              <a:rPr lang="en-US" sz="1600" b="1" dirty="0">
                <a:solidFill>
                  <a:schemeClr val="tx1"/>
                </a:solidFill>
                <a:latin typeface="Arial" panose="020B0604020202020204" pitchFamily="34" charset="0"/>
                <a:cs typeface="Arial" panose="020B0604020202020204" pitchFamily="34" charset="0"/>
              </a:rPr>
            </a:br>
            <a:r>
              <a:rPr lang="en-US" sz="1600" b="1" dirty="0">
                <a:solidFill>
                  <a:schemeClr val="tx1"/>
                </a:solidFill>
                <a:latin typeface="Arial" panose="020B0604020202020204" pitchFamily="34" charset="0"/>
                <a:cs typeface="Arial" panose="020B0604020202020204" pitchFamily="34" charset="0"/>
              </a:rPr>
              <a:t>      </a:t>
            </a:r>
            <a:r>
              <a:rPr lang="en-US" sz="1600" dirty="0">
                <a:solidFill>
                  <a:schemeClr val="tx1"/>
                </a:solidFill>
                <a:latin typeface="Arial" panose="020B0604020202020204" pitchFamily="34" charset="0"/>
                <a:cs typeface="Arial" panose="020B0604020202020204" pitchFamily="34" charset="0"/>
              </a:rPr>
              <a:t>1. </a:t>
            </a:r>
            <a:r>
              <a:rPr lang="en-US" sz="1600" dirty="0" err="1">
                <a:solidFill>
                  <a:schemeClr val="tx1"/>
                </a:solidFill>
                <a:latin typeface="Arial" panose="020B0604020202020204" pitchFamily="34" charset="0"/>
                <a:cs typeface="Arial" panose="020B0604020202020204" pitchFamily="34" charset="0"/>
              </a:rPr>
              <a:t>Tamtama</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Penembak</a:t>
            </a:r>
            <a:r>
              <a:rPr lang="en-US" sz="1600" dirty="0">
                <a:solidFill>
                  <a:schemeClr val="tx1"/>
                </a:solidFill>
                <a:latin typeface="Arial" panose="020B0604020202020204" pitchFamily="34" charset="0"/>
                <a:cs typeface="Arial" panose="020B0604020202020204" pitchFamily="34" charset="0"/>
              </a:rPr>
              <a:t> 514)	 8. </a:t>
            </a:r>
            <a:r>
              <a:rPr lang="en-US" sz="1600" dirty="0" err="1">
                <a:solidFill>
                  <a:schemeClr val="tx1"/>
                </a:solidFill>
                <a:latin typeface="Arial" panose="020B0604020202020204" pitchFamily="34" charset="0"/>
                <a:cs typeface="Arial" panose="020B0604020202020204" pitchFamily="34" charset="0"/>
              </a:rPr>
              <a:t>Perwira</a:t>
            </a:r>
            <a:r>
              <a:rPr lang="en-US" sz="1600" dirty="0">
                <a:solidFill>
                  <a:schemeClr val="tx1"/>
                </a:solidFill>
                <a:latin typeface="Arial" panose="020B0604020202020204" pitchFamily="34" charset="0"/>
                <a:cs typeface="Arial" panose="020B0604020202020204" pitchFamily="34" charset="0"/>
              </a:rPr>
              <a:t> Sandi 0830</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      2. </a:t>
            </a:r>
            <a:r>
              <a:rPr lang="en-US" sz="1600" dirty="0" err="1">
                <a:solidFill>
                  <a:schemeClr val="tx1"/>
                </a:solidFill>
                <a:latin typeface="Arial" panose="020B0604020202020204" pitchFamily="34" charset="0"/>
                <a:cs typeface="Arial" panose="020B0604020202020204" pitchFamily="34" charset="0"/>
              </a:rPr>
              <a:t>Danru</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Penembak</a:t>
            </a:r>
            <a:r>
              <a:rPr lang="en-US" sz="1600" dirty="0">
                <a:solidFill>
                  <a:schemeClr val="tx1"/>
                </a:solidFill>
                <a:latin typeface="Arial" panose="020B0604020202020204" pitchFamily="34" charset="0"/>
                <a:cs typeface="Arial" panose="020B0604020202020204" pitchFamily="34" charset="0"/>
              </a:rPr>
              <a:t> 514)		 9. </a:t>
            </a:r>
            <a:r>
              <a:rPr lang="en-US" sz="1600" dirty="0" err="1">
                <a:solidFill>
                  <a:schemeClr val="tx1"/>
                </a:solidFill>
                <a:latin typeface="Arial" panose="020B0604020202020204" pitchFamily="34" charset="0"/>
                <a:cs typeface="Arial" panose="020B0604020202020204" pitchFamily="34" charset="0"/>
              </a:rPr>
              <a:t>Kaprim</a:t>
            </a:r>
            <a:r>
              <a:rPr lang="en-US" sz="1600" dirty="0">
                <a:solidFill>
                  <a:schemeClr val="tx1"/>
                </a:solidFill>
                <a:latin typeface="Arial" panose="020B0604020202020204" pitchFamily="34" charset="0"/>
                <a:cs typeface="Arial" panose="020B0604020202020204" pitchFamily="34" charset="0"/>
              </a:rPr>
              <a:t> 0830/SU</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      3. Baton (</a:t>
            </a:r>
            <a:r>
              <a:rPr lang="en-US" sz="1600" dirty="0" err="1">
                <a:solidFill>
                  <a:schemeClr val="tx1"/>
                </a:solidFill>
                <a:latin typeface="Arial" panose="020B0604020202020204" pitchFamily="34" charset="0"/>
                <a:cs typeface="Arial" panose="020B0604020202020204" pitchFamily="34" charset="0"/>
              </a:rPr>
              <a:t>Penembak</a:t>
            </a:r>
            <a:r>
              <a:rPr lang="en-US" sz="1600" dirty="0">
                <a:solidFill>
                  <a:schemeClr val="tx1"/>
                </a:solidFill>
                <a:latin typeface="Arial" panose="020B0604020202020204" pitchFamily="34" charset="0"/>
                <a:cs typeface="Arial" panose="020B0604020202020204" pitchFamily="34" charset="0"/>
              </a:rPr>
              <a:t> 514)		 10. Pjs </a:t>
            </a:r>
            <a:r>
              <a:rPr lang="en-US" sz="1600" dirty="0" err="1">
                <a:solidFill>
                  <a:schemeClr val="tx1"/>
                </a:solidFill>
                <a:latin typeface="Arial" panose="020B0604020202020204" pitchFamily="34" charset="0"/>
                <a:cs typeface="Arial" panose="020B0604020202020204" pitchFamily="34" charset="0"/>
              </a:rPr>
              <a:t>Pasipers</a:t>
            </a:r>
            <a:r>
              <a:rPr lang="en-US" sz="1600" dirty="0">
                <a:solidFill>
                  <a:schemeClr val="tx1"/>
                </a:solidFill>
                <a:latin typeface="Arial" panose="020B0604020202020204" pitchFamily="34" charset="0"/>
                <a:cs typeface="Arial" panose="020B0604020202020204" pitchFamily="34" charset="0"/>
              </a:rPr>
              <a:t> 0830/SU</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      4. </a:t>
            </a:r>
            <a:r>
              <a:rPr lang="en-US" sz="1600" dirty="0" err="1">
                <a:solidFill>
                  <a:schemeClr val="tx1"/>
                </a:solidFill>
                <a:latin typeface="Arial" panose="020B0604020202020204" pitchFamily="34" charset="0"/>
                <a:cs typeface="Arial" panose="020B0604020202020204" pitchFamily="34" charset="0"/>
              </a:rPr>
              <a:t>Bapel</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Penembak</a:t>
            </a:r>
            <a:r>
              <a:rPr lang="en-US" sz="1600" dirty="0">
                <a:solidFill>
                  <a:schemeClr val="tx1"/>
                </a:solidFill>
                <a:latin typeface="Arial" panose="020B0604020202020204" pitchFamily="34" charset="0"/>
                <a:cs typeface="Arial" panose="020B0604020202020204" pitchFamily="34" charset="0"/>
              </a:rPr>
              <a:t> 514)		 11. Pjs </a:t>
            </a:r>
            <a:r>
              <a:rPr lang="en-US" sz="1600" dirty="0" err="1">
                <a:solidFill>
                  <a:schemeClr val="tx1"/>
                </a:solidFill>
                <a:latin typeface="Arial" panose="020B0604020202020204" pitchFamily="34" charset="0"/>
                <a:cs typeface="Arial" panose="020B0604020202020204" pitchFamily="34" charset="0"/>
              </a:rPr>
              <a:t>Pasi</a:t>
            </a:r>
            <a:r>
              <a:rPr lang="en-US" sz="1600" dirty="0">
                <a:solidFill>
                  <a:schemeClr val="tx1"/>
                </a:solidFill>
                <a:latin typeface="Arial" panose="020B0604020202020204" pitchFamily="34" charset="0"/>
                <a:cs typeface="Arial" panose="020B0604020202020204" pitchFamily="34" charset="0"/>
              </a:rPr>
              <a:t> Ops 0830/SU</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      5. Ba </a:t>
            </a:r>
            <a:r>
              <a:rPr lang="en-US" sz="1600" dirty="0" err="1">
                <a:solidFill>
                  <a:schemeClr val="tx1"/>
                </a:solidFill>
                <a:latin typeface="Arial" panose="020B0604020202020204" pitchFamily="34" charset="0"/>
                <a:cs typeface="Arial" panose="020B0604020202020204" pitchFamily="34" charset="0"/>
              </a:rPr>
              <a:t>Faurier</a:t>
            </a:r>
            <a:r>
              <a:rPr lang="en-US" sz="1600" dirty="0">
                <a:solidFill>
                  <a:schemeClr val="tx1"/>
                </a:solidFill>
                <a:latin typeface="Arial" panose="020B0604020202020204" pitchFamily="34" charset="0"/>
                <a:cs typeface="Arial" panose="020B0604020202020204" pitchFamily="34" charset="0"/>
              </a:rPr>
              <a:t> 514		 12. </a:t>
            </a:r>
            <a:r>
              <a:rPr lang="en-US" sz="1600" dirty="0" err="1">
                <a:solidFill>
                  <a:schemeClr val="tx1"/>
                </a:solidFill>
                <a:latin typeface="Arial" panose="020B0604020202020204" pitchFamily="34" charset="0"/>
                <a:cs typeface="Arial" panose="020B0604020202020204" pitchFamily="34" charset="0"/>
              </a:rPr>
              <a:t>Perwira</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Penerangan</a:t>
            </a:r>
            <a:r>
              <a:rPr lang="en-US" sz="1600" dirty="0">
                <a:solidFill>
                  <a:schemeClr val="tx1"/>
                </a:solidFill>
                <a:latin typeface="Arial" panose="020B0604020202020204" pitchFamily="34" charset="0"/>
                <a:cs typeface="Arial" panose="020B0604020202020204" pitchFamily="34" charset="0"/>
              </a:rPr>
              <a:t> 0830/SU</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      6. </a:t>
            </a:r>
            <a:r>
              <a:rPr lang="en-US" sz="1600" dirty="0" err="1">
                <a:solidFill>
                  <a:schemeClr val="tx1"/>
                </a:solidFill>
                <a:latin typeface="Arial" panose="020B0604020202020204" pitchFamily="34" charset="0"/>
                <a:cs typeface="Arial" panose="020B0604020202020204" pitchFamily="34" charset="0"/>
              </a:rPr>
              <a:t>Babinsa</a:t>
            </a:r>
            <a:r>
              <a:rPr lang="en-US" sz="1600" dirty="0">
                <a:solidFill>
                  <a:schemeClr val="tx1"/>
                </a:solidFill>
                <a:latin typeface="Arial" panose="020B0604020202020204" pitchFamily="34" charset="0"/>
                <a:cs typeface="Arial" panose="020B0604020202020204" pitchFamily="34" charset="0"/>
              </a:rPr>
              <a:t> 0817			 13. </a:t>
            </a:r>
            <a:r>
              <a:rPr lang="en-US" sz="1600" dirty="0" err="1">
                <a:solidFill>
                  <a:schemeClr val="tx1"/>
                </a:solidFill>
                <a:latin typeface="Arial" panose="020B0604020202020204" pitchFamily="34" charset="0"/>
                <a:cs typeface="Arial" panose="020B0604020202020204" pitchFamily="34" charset="0"/>
              </a:rPr>
              <a:t>Danramil</a:t>
            </a:r>
            <a:r>
              <a:rPr lang="en-US" sz="1600" dirty="0">
                <a:solidFill>
                  <a:schemeClr val="tx1"/>
                </a:solidFill>
                <a:latin typeface="Arial" panose="020B0604020202020204" pitchFamily="34" charset="0"/>
                <a:cs typeface="Arial" panose="020B0604020202020204" pitchFamily="34" charset="0"/>
              </a:rPr>
              <a:t> 0817/13 </a:t>
            </a:r>
            <a:r>
              <a:rPr lang="en-US" sz="1600" dirty="0" err="1">
                <a:solidFill>
                  <a:schemeClr val="tx1"/>
                </a:solidFill>
                <a:latin typeface="Arial" panose="020B0604020202020204" pitchFamily="34" charset="0"/>
                <a:cs typeface="Arial" panose="020B0604020202020204" pitchFamily="34" charset="0"/>
              </a:rPr>
              <a:t>Ujungpangkah</a:t>
            </a:r>
            <a:r>
              <a:rPr lang="en-US" sz="1600" dirty="0">
                <a:solidFill>
                  <a:schemeClr val="tx1"/>
                </a:solidFill>
                <a:latin typeface="Arial" panose="020B0604020202020204" pitchFamily="34" charset="0"/>
                <a:cs typeface="Arial" panose="020B0604020202020204" pitchFamily="34" charset="0"/>
              </a:rPr>
              <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      7. </a:t>
            </a:r>
            <a:r>
              <a:rPr lang="en-US" sz="1600" dirty="0" err="1">
                <a:solidFill>
                  <a:schemeClr val="tx1"/>
                </a:solidFill>
                <a:latin typeface="Arial" panose="020B0604020202020204" pitchFamily="34" charset="0"/>
                <a:cs typeface="Arial" panose="020B0604020202020204" pitchFamily="34" charset="0"/>
              </a:rPr>
              <a:t>Bati</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Tuud</a:t>
            </a:r>
            <a:r>
              <a:rPr lang="en-US" sz="1600" dirty="0">
                <a:solidFill>
                  <a:schemeClr val="tx1"/>
                </a:solidFill>
                <a:latin typeface="Arial" panose="020B0604020202020204" pitchFamily="34" charset="0"/>
                <a:cs typeface="Arial" panose="020B0604020202020204" pitchFamily="34" charset="0"/>
              </a:rPr>
              <a:t> 0817</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      </a:t>
            </a:r>
            <a:br>
              <a:rPr lang="en-US" sz="1600" dirty="0">
                <a:solidFill>
                  <a:schemeClr val="tx1"/>
                </a:solidFill>
                <a:latin typeface="Arial" panose="020B0604020202020204" pitchFamily="34" charset="0"/>
                <a:cs typeface="Arial" panose="020B0604020202020204" pitchFamily="34" charset="0"/>
              </a:rPr>
            </a:br>
            <a:r>
              <a:rPr lang="en-US" sz="1600" b="1" dirty="0">
                <a:solidFill>
                  <a:schemeClr val="tx1"/>
                </a:solidFill>
                <a:latin typeface="Arial" panose="020B0604020202020204" pitchFamily="34" charset="0"/>
                <a:cs typeface="Arial" panose="020B0604020202020204" pitchFamily="34" charset="0"/>
              </a:rPr>
              <a:t>F.   KURSUS MILITER</a:t>
            </a:r>
            <a:br>
              <a:rPr lang="en-US" sz="1600" b="1" dirty="0">
                <a:solidFill>
                  <a:schemeClr val="tx1"/>
                </a:solidFill>
                <a:latin typeface="Arial" panose="020B0604020202020204" pitchFamily="34" charset="0"/>
                <a:cs typeface="Arial" panose="020B0604020202020204" pitchFamily="34" charset="0"/>
              </a:rPr>
            </a:br>
            <a:r>
              <a:rPr lang="en-US" sz="1600" b="1" dirty="0">
                <a:solidFill>
                  <a:schemeClr val="tx1"/>
                </a:solidFill>
                <a:latin typeface="Arial" panose="020B0604020202020204" pitchFamily="34" charset="0"/>
                <a:cs typeface="Arial" panose="020B0604020202020204" pitchFamily="34" charset="0"/>
              </a:rPr>
              <a:t>      </a:t>
            </a:r>
            <a:r>
              <a:rPr lang="en-US" sz="1600" dirty="0">
                <a:solidFill>
                  <a:schemeClr val="tx1"/>
                </a:solidFill>
                <a:latin typeface="Arial" panose="020B0604020202020204" pitchFamily="34" charset="0"/>
                <a:cs typeface="Arial" panose="020B0604020202020204" pitchFamily="34" charset="0"/>
              </a:rPr>
              <a:t>1. Sus </a:t>
            </a:r>
            <a:r>
              <a:rPr lang="en-US" sz="1600" dirty="0" err="1">
                <a:solidFill>
                  <a:schemeClr val="tx1"/>
                </a:solidFill>
                <a:latin typeface="Arial" panose="020B0604020202020204" pitchFamily="34" charset="0"/>
                <a:cs typeface="Arial" panose="020B0604020202020204" pitchFamily="34" charset="0"/>
              </a:rPr>
              <a:t>Navigasi</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Yonif</a:t>
            </a:r>
            <a:r>
              <a:rPr lang="en-US" sz="1600" dirty="0">
                <a:solidFill>
                  <a:schemeClr val="tx1"/>
                </a:solidFill>
                <a:latin typeface="Arial" panose="020B0604020202020204" pitchFamily="34" charset="0"/>
                <a:cs typeface="Arial" panose="020B0604020202020204" pitchFamily="34" charset="0"/>
              </a:rPr>
              <a:t> 514</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      2. Sus </a:t>
            </a:r>
            <a:r>
              <a:rPr lang="en-US" sz="1600" dirty="0" err="1">
                <a:solidFill>
                  <a:schemeClr val="tx1"/>
                </a:solidFill>
                <a:latin typeface="Arial" panose="020B0604020202020204" pitchFamily="34" charset="0"/>
                <a:cs typeface="Arial" panose="020B0604020202020204" pitchFamily="34" charset="0"/>
              </a:rPr>
              <a:t>Bapel</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Yonif</a:t>
            </a:r>
            <a:r>
              <a:rPr lang="en-US" sz="1600" dirty="0">
                <a:solidFill>
                  <a:schemeClr val="tx1"/>
                </a:solidFill>
                <a:latin typeface="Arial" panose="020B0604020202020204" pitchFamily="34" charset="0"/>
                <a:cs typeface="Arial" panose="020B0604020202020204" pitchFamily="34" charset="0"/>
              </a:rPr>
              <a:t> 514</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      3. Sus </a:t>
            </a:r>
            <a:r>
              <a:rPr lang="en-US" sz="1600" dirty="0" err="1">
                <a:solidFill>
                  <a:schemeClr val="tx1"/>
                </a:solidFill>
                <a:latin typeface="Arial" panose="020B0604020202020204" pitchFamily="34" charset="0"/>
                <a:cs typeface="Arial" panose="020B0604020202020204" pitchFamily="34" charset="0"/>
              </a:rPr>
              <a:t>Sarcab</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Yonif</a:t>
            </a:r>
            <a:r>
              <a:rPr lang="en-US" sz="1600" dirty="0">
                <a:solidFill>
                  <a:schemeClr val="tx1"/>
                </a:solidFill>
                <a:latin typeface="Arial" panose="020B0604020202020204" pitchFamily="34" charset="0"/>
                <a:cs typeface="Arial" panose="020B0604020202020204" pitchFamily="34" charset="0"/>
              </a:rPr>
              <a:t> 514</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      4. Sus Sandi dan </a:t>
            </a:r>
            <a:r>
              <a:rPr lang="en-US" sz="1600" dirty="0" err="1">
                <a:solidFill>
                  <a:schemeClr val="tx1"/>
                </a:solidFill>
                <a:latin typeface="Arial" panose="020B0604020202020204" pitchFamily="34" charset="0"/>
                <a:cs typeface="Arial" panose="020B0604020202020204" pitchFamily="34" charset="0"/>
              </a:rPr>
              <a:t>Siber</a:t>
            </a:r>
            <a:r>
              <a:rPr lang="en-US" sz="1600" dirty="0">
                <a:solidFill>
                  <a:schemeClr val="tx1"/>
                </a:solidFill>
                <a:latin typeface="Arial" panose="020B0604020202020204" pitchFamily="34" charset="0"/>
                <a:cs typeface="Arial" panose="020B0604020202020204" pitchFamily="34" charset="0"/>
              </a:rPr>
              <a:t> Dim 0830/SU</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      5. Tar Pa Ter </a:t>
            </a:r>
            <a:r>
              <a:rPr lang="en-US" sz="1600" dirty="0" err="1">
                <a:solidFill>
                  <a:schemeClr val="tx1"/>
                </a:solidFill>
                <a:latin typeface="Arial" panose="020B0604020202020204" pitchFamily="34" charset="0"/>
                <a:cs typeface="Arial" panose="020B0604020202020204" pitchFamily="34" charset="0"/>
              </a:rPr>
              <a:t>Kodim</a:t>
            </a:r>
            <a:r>
              <a:rPr lang="en-US" sz="1600" dirty="0">
                <a:solidFill>
                  <a:schemeClr val="tx1"/>
                </a:solidFill>
                <a:latin typeface="Arial" panose="020B0604020202020204" pitchFamily="34" charset="0"/>
                <a:cs typeface="Arial" panose="020B0604020202020204" pitchFamily="34" charset="0"/>
              </a:rPr>
              <a:t> 0817</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
            </a:r>
            <a:br>
              <a:rPr lang="en-US" sz="1600" dirty="0">
                <a:solidFill>
                  <a:schemeClr val="tx1"/>
                </a:solidFill>
                <a:latin typeface="Arial" panose="020B0604020202020204" pitchFamily="34" charset="0"/>
                <a:cs typeface="Arial" panose="020B0604020202020204" pitchFamily="34" charset="0"/>
              </a:rPr>
            </a:br>
            <a:r>
              <a:rPr lang="en-US" sz="1600" b="1" dirty="0">
                <a:solidFill>
                  <a:schemeClr val="tx1"/>
                </a:solidFill>
                <a:latin typeface="Arial" panose="020B0604020202020204" pitchFamily="34" charset="0"/>
                <a:cs typeface="Arial" panose="020B0604020202020204" pitchFamily="34" charset="0"/>
              </a:rPr>
              <a:t>G.   KURSUS UMUM</a:t>
            </a:r>
            <a:br>
              <a:rPr lang="en-US" sz="1600" b="1" dirty="0">
                <a:solidFill>
                  <a:schemeClr val="tx1"/>
                </a:solidFill>
                <a:latin typeface="Arial" panose="020B0604020202020204" pitchFamily="34" charset="0"/>
                <a:cs typeface="Arial" panose="020B0604020202020204" pitchFamily="34" charset="0"/>
              </a:rPr>
            </a:br>
            <a:r>
              <a:rPr lang="en-US" sz="1600" b="1" dirty="0">
                <a:solidFill>
                  <a:schemeClr val="tx1"/>
                </a:solidFill>
                <a:latin typeface="Arial" panose="020B0604020202020204" pitchFamily="34" charset="0"/>
                <a:cs typeface="Arial" panose="020B0604020202020204" pitchFamily="34" charset="0"/>
              </a:rPr>
              <a:t>      </a:t>
            </a:r>
            <a:r>
              <a:rPr lang="en-US" sz="1600" dirty="0">
                <a:solidFill>
                  <a:schemeClr val="tx1"/>
                </a:solidFill>
                <a:latin typeface="Arial" panose="020B0604020202020204" pitchFamily="34" charset="0"/>
                <a:cs typeface="Arial" panose="020B0604020202020204" pitchFamily="34" charset="0"/>
              </a:rPr>
              <a:t>1. KMD 2008 Dim 0817 Bela Negara</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      2. </a:t>
            </a:r>
            <a:r>
              <a:rPr lang="en-US" sz="1600" dirty="0" err="1">
                <a:solidFill>
                  <a:schemeClr val="tx1"/>
                </a:solidFill>
                <a:latin typeface="Arial" panose="020B0604020202020204" pitchFamily="34" charset="0"/>
                <a:cs typeface="Arial" panose="020B0604020202020204" pitchFamily="34" charset="0"/>
              </a:rPr>
              <a:t>Narakarya</a:t>
            </a:r>
            <a:r>
              <a:rPr lang="en-US" sz="1600" dirty="0">
                <a:solidFill>
                  <a:schemeClr val="tx1"/>
                </a:solidFill>
                <a:latin typeface="Arial" panose="020B0604020202020204" pitchFamily="34" charset="0"/>
                <a:cs typeface="Arial" panose="020B0604020202020204" pitchFamily="34" charset="0"/>
              </a:rPr>
              <a:t> 1 2008 Dim 0817 di </a:t>
            </a:r>
            <a:r>
              <a:rPr lang="en-US" sz="1600" dirty="0" err="1">
                <a:solidFill>
                  <a:schemeClr val="tx1"/>
                </a:solidFill>
                <a:latin typeface="Arial" panose="020B0604020202020204" pitchFamily="34" charset="0"/>
                <a:cs typeface="Arial" panose="020B0604020202020204" pitchFamily="34" charset="0"/>
              </a:rPr>
              <a:t>Kwarcab</a:t>
            </a:r>
            <a:r>
              <a:rPr lang="en-US" sz="1600" dirty="0">
                <a:solidFill>
                  <a:schemeClr val="tx1"/>
                </a:solidFill>
                <a:latin typeface="Arial" panose="020B0604020202020204" pitchFamily="34" charset="0"/>
                <a:cs typeface="Arial" panose="020B0604020202020204" pitchFamily="34" charset="0"/>
              </a:rPr>
              <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      3. KML 2016 Dim 0817 Di </a:t>
            </a:r>
            <a:r>
              <a:rPr lang="en-US" sz="1600" dirty="0" err="1">
                <a:solidFill>
                  <a:schemeClr val="tx1"/>
                </a:solidFill>
                <a:latin typeface="Arial" panose="020B0604020202020204" pitchFamily="34" charset="0"/>
                <a:cs typeface="Arial" panose="020B0604020202020204" pitchFamily="34" charset="0"/>
              </a:rPr>
              <a:t>Kwarcab</a:t>
            </a:r>
            <a:r>
              <a:rPr lang="en-US" sz="1600" dirty="0">
                <a:solidFill>
                  <a:schemeClr val="tx1"/>
                </a:solidFill>
                <a:latin typeface="Arial" panose="020B0604020202020204" pitchFamily="34" charset="0"/>
                <a:cs typeface="Arial" panose="020B0604020202020204" pitchFamily="34" charset="0"/>
              </a:rPr>
              <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      4. </a:t>
            </a:r>
            <a:r>
              <a:rPr lang="en-US" sz="1600" dirty="0" err="1">
                <a:solidFill>
                  <a:schemeClr val="tx1"/>
                </a:solidFill>
                <a:latin typeface="Arial" panose="020B0604020202020204" pitchFamily="34" charset="0"/>
                <a:cs typeface="Arial" panose="020B0604020202020204" pitchFamily="34" charset="0"/>
              </a:rPr>
              <a:t>Narakarya</a:t>
            </a:r>
            <a:r>
              <a:rPr lang="en-US" sz="1600" dirty="0">
                <a:solidFill>
                  <a:schemeClr val="tx1"/>
                </a:solidFill>
                <a:latin typeface="Arial" panose="020B0604020202020204" pitchFamily="34" charset="0"/>
                <a:cs typeface="Arial" panose="020B0604020202020204" pitchFamily="34" charset="0"/>
              </a:rPr>
              <a:t> 2 2016 Dim 0817 di </a:t>
            </a:r>
            <a:r>
              <a:rPr lang="en-US" sz="1600" dirty="0" err="1">
                <a:solidFill>
                  <a:schemeClr val="tx1"/>
                </a:solidFill>
                <a:latin typeface="Arial" panose="020B0604020202020204" pitchFamily="34" charset="0"/>
                <a:cs typeface="Arial" panose="020B0604020202020204" pitchFamily="34" charset="0"/>
              </a:rPr>
              <a:t>Kwarcab</a:t>
            </a:r>
            <a:endParaRPr lang="en-US" sz="16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13313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0" name="Rectangle 3"/>
          <p:cNvSpPr/>
          <p:nvPr/>
        </p:nvSpPr>
        <p:spPr>
          <a:xfrm>
            <a:off x="0" y="0"/>
            <a:ext cx="9144000"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prstClr val="white"/>
              </a:solidFill>
            </a:endParaRPr>
          </a:p>
        </p:txBody>
      </p:sp>
      <p:sp>
        <p:nvSpPr>
          <p:cNvPr id="1048631" name="Rectangle 2"/>
          <p:cNvSpPr>
            <a:spLocks noChangeArrowheads="1"/>
          </p:cNvSpPr>
          <p:nvPr/>
        </p:nvSpPr>
        <p:spPr bwMode="auto">
          <a:xfrm>
            <a:off x="1" y="1"/>
            <a:ext cx="184658" cy="369300"/>
          </a:xfrm>
          <a:prstGeom prst="rect">
            <a:avLst/>
          </a:prstGeom>
          <a:noFill/>
          <a:ln w="9525">
            <a:noFill/>
            <a:miter lim="800000"/>
            <a:headEnd/>
            <a:tailEnd/>
          </a:ln>
          <a:effectLst/>
        </p:spPr>
        <p:txBody>
          <a:bodyPr vert="horz" wrap="none" lIns="91404" tIns="45704" rIns="91404" bIns="45704" numCol="1" anchor="ctr" anchorCtr="0" compatLnSpc="1">
            <a:prstTxWarp prst="textNoShape">
              <a:avLst/>
            </a:prstTxWarp>
            <a:spAutoFit/>
          </a:bodyPr>
          <a:lstStyle/>
          <a:p>
            <a:endParaRPr lang="en-US">
              <a:solidFill>
                <a:prstClr val="white"/>
              </a:solidFill>
            </a:endParaRPr>
          </a:p>
        </p:txBody>
      </p:sp>
      <p:pic>
        <p:nvPicPr>
          <p:cNvPr id="2097164" name="Picture 6" descr="BANNERAN copy.jpg"/>
          <p:cNvPicPr>
            <a:picLocks noChangeAspect="1"/>
          </p:cNvPicPr>
          <p:nvPr/>
        </p:nvPicPr>
        <p:blipFill>
          <a:blip r:embed="rId2" cstate="print">
            <a:lum bright="-10000"/>
          </a:blip>
          <a:srcRect r="7701"/>
          <a:stretch>
            <a:fillRect/>
          </a:stretch>
        </p:blipFill>
        <p:spPr bwMode="auto">
          <a:xfrm>
            <a:off x="-4977" y="15128"/>
            <a:ext cx="7905102" cy="1044684"/>
          </a:xfrm>
          <a:prstGeom prst="rect">
            <a:avLst/>
          </a:prstGeom>
          <a:ln>
            <a:noFill/>
          </a:ln>
          <a:effectLst>
            <a:outerShdw blurRad="292100" dist="139700" dir="2700000" algn="tl" rotWithShape="0">
              <a:srgbClr val="333333">
                <a:alpha val="65000"/>
              </a:srgbClr>
            </a:outerShdw>
          </a:effectLst>
        </p:spPr>
      </p:pic>
      <p:pic>
        <p:nvPicPr>
          <p:cNvPr id="2097165" name="Picture 3" descr="D:\Backgroundd\KUMPULAN GAMBAR\cAMPURAN\DSC_0048.JPG"/>
          <p:cNvPicPr>
            <a:picLocks noChangeAspect="1" noChangeArrowheads="1"/>
          </p:cNvPicPr>
          <p:nvPr/>
        </p:nvPicPr>
        <p:blipFill>
          <a:blip r:embed="rId3" cstate="print">
            <a:lum contrast="40000"/>
          </a:blip>
          <a:srcRect/>
          <a:stretch>
            <a:fillRect/>
          </a:stretch>
        </p:blipFill>
        <p:spPr bwMode="auto">
          <a:xfrm>
            <a:off x="7646190" y="-456"/>
            <a:ext cx="1497812" cy="1060268"/>
          </a:xfrm>
          <a:prstGeom prst="rect">
            <a:avLst/>
          </a:prstGeom>
          <a:ln>
            <a:noFill/>
          </a:ln>
          <a:effectLst>
            <a:outerShdw blurRad="292100" dist="139700" dir="2700000" algn="tl" rotWithShape="0">
              <a:srgbClr val="333333">
                <a:alpha val="65000"/>
              </a:srgbClr>
            </a:outerShdw>
          </a:effectLst>
        </p:spPr>
      </p:pic>
      <p:grpSp>
        <p:nvGrpSpPr>
          <p:cNvPr id="77" name="Group 9"/>
          <p:cNvGrpSpPr/>
          <p:nvPr/>
        </p:nvGrpSpPr>
        <p:grpSpPr>
          <a:xfrm>
            <a:off x="1497" y="1052742"/>
            <a:ext cx="9129795" cy="41905"/>
            <a:chOff x="1493" y="1390129"/>
            <a:chExt cx="9129795" cy="41905"/>
          </a:xfrm>
        </p:grpSpPr>
        <p:cxnSp>
          <p:nvCxnSpPr>
            <p:cNvPr id="3145730" name="Straight Connector 4"/>
            <p:cNvCxnSpPr>
              <a:cxnSpLocks noChangeShapeType="1"/>
            </p:cNvCxnSpPr>
            <p:nvPr/>
          </p:nvCxnSpPr>
          <p:spPr bwMode="auto">
            <a:xfrm>
              <a:off x="1493" y="1390129"/>
              <a:ext cx="9129795" cy="0"/>
            </a:xfrm>
            <a:prstGeom prst="line">
              <a:avLst/>
            </a:prstGeom>
            <a:noFill/>
            <a:ln w="38100" algn="ctr">
              <a:solidFill>
                <a:srgbClr val="FF0000"/>
              </a:solidFill>
              <a:round/>
              <a:headEnd/>
              <a:tailEnd/>
            </a:ln>
          </p:spPr>
        </p:cxnSp>
        <p:cxnSp>
          <p:nvCxnSpPr>
            <p:cNvPr id="3145731" name="Straight Connector 4"/>
            <p:cNvCxnSpPr>
              <a:cxnSpLocks noChangeShapeType="1"/>
            </p:cNvCxnSpPr>
            <p:nvPr/>
          </p:nvCxnSpPr>
          <p:spPr bwMode="auto">
            <a:xfrm>
              <a:off x="1493" y="1432034"/>
              <a:ext cx="9129795" cy="0"/>
            </a:xfrm>
            <a:prstGeom prst="line">
              <a:avLst/>
            </a:prstGeom>
            <a:noFill/>
            <a:ln w="38100" algn="ctr">
              <a:solidFill>
                <a:srgbClr val="FFFFFF"/>
              </a:solidFill>
              <a:round/>
              <a:headEnd/>
              <a:tailEnd/>
            </a:ln>
          </p:spPr>
        </p:cxnSp>
      </p:grpSp>
      <p:pic>
        <p:nvPicPr>
          <p:cNvPr id="2097166" name="Picture 14"/>
          <p:cNvPicPr>
            <a:picLocks noChangeAspect="1"/>
          </p:cNvPicPr>
          <p:nvPr/>
        </p:nvPicPr>
        <p:blipFill>
          <a:blip r:embed="rId4"/>
          <a:stretch>
            <a:fillRect/>
          </a:stretch>
        </p:blipFill>
        <p:spPr>
          <a:xfrm>
            <a:off x="0" y="5445224"/>
            <a:ext cx="9144000" cy="1412776"/>
          </a:xfrm>
          <a:prstGeom prst="rect">
            <a:avLst/>
          </a:prstGeom>
        </p:spPr>
      </p:pic>
      <p:pic>
        <p:nvPicPr>
          <p:cNvPr id="2097167" name="Picture 2" descr="G:\2014\univ indo\bendera-_130805202053-559.jpg"/>
          <p:cNvPicPr>
            <a:picLocks noChangeAspect="1" noChangeArrowheads="1"/>
          </p:cNvPicPr>
          <p:nvPr/>
        </p:nvPicPr>
        <p:blipFill>
          <a:blip r:embed="rId5" cstate="print">
            <a:lum bright="-49000"/>
          </a:blip>
          <a:srcRect l="20860"/>
          <a:stretch>
            <a:fillRect/>
          </a:stretch>
        </p:blipFill>
        <p:spPr bwMode="auto">
          <a:xfrm>
            <a:off x="-4980" y="1138696"/>
            <a:ext cx="9148980" cy="4306528"/>
          </a:xfrm>
          <a:prstGeom prst="rect">
            <a:avLst/>
          </a:prstGeom>
          <a:noFill/>
        </p:spPr>
      </p:pic>
      <p:sp>
        <p:nvSpPr>
          <p:cNvPr id="1048632" name="Rectangle 21"/>
          <p:cNvSpPr/>
          <p:nvPr/>
        </p:nvSpPr>
        <p:spPr>
          <a:xfrm>
            <a:off x="85405" y="2276872"/>
            <a:ext cx="9324601" cy="2377440"/>
          </a:xfrm>
          <a:prstGeom prst="rect">
            <a:avLst/>
          </a:prstGeom>
          <a:noFill/>
        </p:spPr>
        <p:txBody>
          <a:bodyPr wrap="square" lIns="91440" tIns="45720" rIns="91440" bIns="45720">
            <a:spAutoFit/>
          </a:bodyPr>
          <a:lstStyle/>
          <a:p>
            <a:pPr algn="ctr"/>
            <a:r>
              <a:rPr lang="id-ID" sz="4800" b="1" dirty="0">
                <a:ln w="17780" cmpd="sng">
                  <a:solidFill>
                    <a:srgbClr val="4F81BD">
                      <a:tint val="3000"/>
                    </a:srgbClr>
                  </a:solidFill>
                  <a:prstDash val="solid"/>
                  <a:miter lim="800000"/>
                </a:ln>
                <a:blipFill dpi="0" rotWithShape="1">
                  <a:blip r:embed="rId6"/>
                  <a:srcRect/>
                  <a:stretch>
                    <a:fillRect/>
                  </a:stretch>
                </a:blipFill>
                <a:effectLst>
                  <a:glow rad="228600">
                    <a:schemeClr val="bg1">
                      <a:alpha val="40000"/>
                    </a:schemeClr>
                  </a:glow>
                  <a:outerShdw blurRad="55000" dist="50800" dir="5400000" algn="tl">
                    <a:srgbClr val="000000">
                      <a:alpha val="33000"/>
                    </a:srgbClr>
                  </a:outerShdw>
                </a:effectLst>
                <a:latin typeface="Rockwell Extra Bold" pitchFamily="18" charset="0"/>
              </a:rPr>
              <a:t>BELA NEGARA</a:t>
            </a:r>
            <a:br>
              <a:rPr lang="id-ID" sz="4800" b="1" dirty="0">
                <a:ln w="17780" cmpd="sng">
                  <a:solidFill>
                    <a:srgbClr val="4F81BD">
                      <a:tint val="3000"/>
                    </a:srgbClr>
                  </a:solidFill>
                  <a:prstDash val="solid"/>
                  <a:miter lim="800000"/>
                </a:ln>
                <a:blipFill dpi="0" rotWithShape="1">
                  <a:blip r:embed="rId6"/>
                  <a:srcRect/>
                  <a:stretch>
                    <a:fillRect/>
                  </a:stretch>
                </a:blipFill>
                <a:effectLst>
                  <a:glow rad="228600">
                    <a:schemeClr val="bg1">
                      <a:alpha val="40000"/>
                    </a:schemeClr>
                  </a:glow>
                  <a:outerShdw blurRad="55000" dist="50800" dir="5400000" algn="tl">
                    <a:srgbClr val="000000">
                      <a:alpha val="33000"/>
                    </a:srgbClr>
                  </a:outerShdw>
                </a:effectLst>
                <a:latin typeface="Rockwell Extra Bold" pitchFamily="18" charset="0"/>
              </a:rPr>
            </a:br>
            <a:r>
              <a:rPr lang="id-ID" sz="4800" b="1" dirty="0">
                <a:ln w="17780" cmpd="sng">
                  <a:solidFill>
                    <a:srgbClr val="4F81BD">
                      <a:tint val="3000"/>
                    </a:srgbClr>
                  </a:solidFill>
                  <a:prstDash val="solid"/>
                  <a:miter lim="800000"/>
                </a:ln>
                <a:blipFill dpi="0" rotWithShape="1">
                  <a:blip r:embed="rId6"/>
                  <a:srcRect/>
                  <a:stretch>
                    <a:fillRect/>
                  </a:stretch>
                </a:blipFill>
                <a:effectLst>
                  <a:glow rad="228600">
                    <a:schemeClr val="bg1">
                      <a:alpha val="40000"/>
                    </a:schemeClr>
                  </a:glow>
                  <a:outerShdw blurRad="55000" dist="50800" dir="5400000" algn="tl">
                    <a:srgbClr val="000000">
                      <a:alpha val="33000"/>
                    </a:srgbClr>
                  </a:outerShdw>
                </a:effectLst>
                <a:latin typeface="Rockwell Extra Bold" pitchFamily="18" charset="0"/>
              </a:rPr>
              <a:t>DAN</a:t>
            </a:r>
          </a:p>
          <a:p>
            <a:pPr algn="ctr"/>
            <a:r>
              <a:rPr lang="id-ID" sz="4800" b="1" dirty="0">
                <a:ln w="17780" cmpd="sng">
                  <a:solidFill>
                    <a:srgbClr val="4F81BD">
                      <a:tint val="3000"/>
                    </a:srgbClr>
                  </a:solidFill>
                  <a:prstDash val="solid"/>
                  <a:miter lim="800000"/>
                </a:ln>
                <a:blipFill dpi="0" rotWithShape="1">
                  <a:blip r:embed="rId6"/>
                  <a:srcRect/>
                  <a:stretch>
                    <a:fillRect/>
                  </a:stretch>
                </a:blipFill>
                <a:effectLst>
                  <a:glow rad="228600">
                    <a:schemeClr val="bg1">
                      <a:alpha val="40000"/>
                    </a:schemeClr>
                  </a:glow>
                  <a:outerShdw blurRad="55000" dist="50800" dir="5400000" algn="tl">
                    <a:srgbClr val="000000">
                      <a:alpha val="33000"/>
                    </a:srgbClr>
                  </a:outerShdw>
                </a:effectLst>
                <a:latin typeface="Rockwell Extra Bold" pitchFamily="18" charset="0"/>
              </a:rPr>
              <a:t>WAWASAN KEBANGSAAN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097167"/>
                                        </p:tgtEl>
                                        <p:attrNameLst>
                                          <p:attrName>style.visibility</p:attrName>
                                        </p:attrNameLst>
                                      </p:cBhvr>
                                      <p:to>
                                        <p:strVal val="visible"/>
                                      </p:to>
                                    </p:set>
                                    <p:animEffect transition="in" filter="fade">
                                      <p:cBhvr>
                                        <p:cTn id="7" dur="500"/>
                                        <p:tgtEl>
                                          <p:spTgt spid="209716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48632"/>
                                        </p:tgtEl>
                                        <p:attrNameLst>
                                          <p:attrName>style.visibility</p:attrName>
                                        </p:attrNameLst>
                                      </p:cBhvr>
                                      <p:to>
                                        <p:strVal val="visible"/>
                                      </p:to>
                                    </p:set>
                                    <p:animEffect transition="in" filter="fade">
                                      <p:cBhvr>
                                        <p:cTn id="11" dur="500"/>
                                        <p:tgtEl>
                                          <p:spTgt spid="10486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3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68" name="opening.wmv">
            <a:hlinkClick r:id="" action="ppaction://media"/>
          </p:cNvPr>
          <p:cNvPicPr>
            <a:picLocks noRot="1" noChangeAspect="1"/>
          </p:cNvPicPr>
          <p:nvPr>
            <a:videoFile r:link="rId2"/>
            <p:extLst>
              <p:ext uri="{DAA4B4D4-6D71-4841-9C94-3DE7FCFB9230}">
                <p14:media xmlns:p14="http://schemas.microsoft.com/office/powerpoint/2010/main" r:link="rId1"/>
              </p:ext>
            </p:extLst>
          </p:nvPr>
        </p:nvPicPr>
        <p:blipFill>
          <a:blip r:embed="rId5"/>
          <a:srcRect/>
          <a:stretch>
            <a:fillRect/>
          </a:stretch>
        </p:blipFill>
        <p:spPr bwMode="auto">
          <a:xfrm>
            <a:off x="35496" y="11119"/>
            <a:ext cx="9144000" cy="6846887"/>
          </a:xfrm>
          <a:prstGeom prst="rect">
            <a:avLst/>
          </a:prstGeom>
          <a:noFill/>
          <a:ln>
            <a:noFill/>
          </a:ln>
        </p:spPr>
      </p:pic>
      <p:pic>
        <p:nvPicPr>
          <p:cNvPr id="2097169" name="Picture 64" descr="stars"/>
          <p:cNvPicPr>
            <a:picLocks noChangeAspect="1" noChangeArrowheads="1" noCrop="1"/>
          </p:cNvPicPr>
          <p:nvPr/>
        </p:nvPicPr>
        <p:blipFill>
          <a:blip r:embed="rId6"/>
          <a:srcRect/>
          <a:stretch>
            <a:fillRect/>
          </a:stretch>
        </p:blipFill>
        <p:spPr bwMode="auto">
          <a:xfrm rot="8302339">
            <a:off x="452764" y="5724490"/>
            <a:ext cx="560952" cy="458055"/>
          </a:xfrm>
          <a:prstGeom prst="rect">
            <a:avLst/>
          </a:prstGeom>
          <a:noFill/>
          <a:ln w="9525">
            <a:noFill/>
            <a:miter lim="800000"/>
            <a:headEnd/>
            <a:tailEnd/>
          </a:ln>
        </p:spPr>
      </p:pic>
      <p:pic>
        <p:nvPicPr>
          <p:cNvPr id="2097170" name="Picture 64" descr="stars"/>
          <p:cNvPicPr>
            <a:picLocks noChangeAspect="1" noChangeArrowheads="1" noCrop="1"/>
          </p:cNvPicPr>
          <p:nvPr/>
        </p:nvPicPr>
        <p:blipFill>
          <a:blip r:embed="rId6"/>
          <a:srcRect/>
          <a:stretch>
            <a:fillRect/>
          </a:stretch>
        </p:blipFill>
        <p:spPr bwMode="auto">
          <a:xfrm rot="8302339">
            <a:off x="605164" y="5310089"/>
            <a:ext cx="560952" cy="458055"/>
          </a:xfrm>
          <a:prstGeom prst="rect">
            <a:avLst/>
          </a:prstGeom>
          <a:noFill/>
          <a:ln w="9525">
            <a:noFill/>
            <a:miter lim="800000"/>
            <a:headEnd/>
            <a:tailEnd/>
          </a:ln>
        </p:spPr>
      </p:pic>
      <p:pic>
        <p:nvPicPr>
          <p:cNvPr id="2097171" name="Picture 64" descr="stars"/>
          <p:cNvPicPr>
            <a:picLocks noChangeAspect="1" noChangeArrowheads="1" noCrop="1"/>
          </p:cNvPicPr>
          <p:nvPr/>
        </p:nvPicPr>
        <p:blipFill>
          <a:blip r:embed="rId6"/>
          <a:srcRect/>
          <a:stretch>
            <a:fillRect/>
          </a:stretch>
        </p:blipFill>
        <p:spPr bwMode="auto">
          <a:xfrm rot="8302339">
            <a:off x="5129723" y="1599774"/>
            <a:ext cx="560952" cy="458055"/>
          </a:xfrm>
          <a:prstGeom prst="rect">
            <a:avLst/>
          </a:prstGeom>
          <a:noFill/>
          <a:ln w="9525">
            <a:noFill/>
            <a:miter lim="800000"/>
            <a:headEnd/>
            <a:tailEnd/>
          </a:ln>
        </p:spPr>
      </p:pic>
      <p:pic>
        <p:nvPicPr>
          <p:cNvPr id="2097172" name="Picture 64" descr="stars"/>
          <p:cNvPicPr>
            <a:picLocks noChangeAspect="1" noChangeArrowheads="1" noCrop="1"/>
          </p:cNvPicPr>
          <p:nvPr/>
        </p:nvPicPr>
        <p:blipFill>
          <a:blip r:embed="rId6"/>
          <a:srcRect/>
          <a:stretch>
            <a:fillRect/>
          </a:stretch>
        </p:blipFill>
        <p:spPr bwMode="auto">
          <a:xfrm rot="8302339">
            <a:off x="3738915" y="1639387"/>
            <a:ext cx="560952" cy="458055"/>
          </a:xfrm>
          <a:prstGeom prst="rect">
            <a:avLst/>
          </a:prstGeom>
          <a:noFill/>
          <a:ln w="9525">
            <a:noFill/>
            <a:miter lim="800000"/>
            <a:headEnd/>
            <a:tailEnd/>
          </a:ln>
        </p:spPr>
      </p:pic>
      <p:pic>
        <p:nvPicPr>
          <p:cNvPr id="2097173" name="Picture 64" descr="stars"/>
          <p:cNvPicPr>
            <a:picLocks noChangeAspect="1" noChangeArrowheads="1" noCrop="1"/>
          </p:cNvPicPr>
          <p:nvPr/>
        </p:nvPicPr>
        <p:blipFill>
          <a:blip r:embed="rId6"/>
          <a:srcRect/>
          <a:stretch>
            <a:fillRect/>
          </a:stretch>
        </p:blipFill>
        <p:spPr bwMode="auto">
          <a:xfrm rot="8302339">
            <a:off x="6482114" y="4432388"/>
            <a:ext cx="560952" cy="458055"/>
          </a:xfrm>
          <a:prstGeom prst="rect">
            <a:avLst/>
          </a:prstGeom>
          <a:noFill/>
          <a:ln w="9525">
            <a:noFill/>
            <a:miter lim="800000"/>
            <a:headEnd/>
            <a:tailEnd/>
          </a:ln>
        </p:spPr>
      </p:pic>
      <p:pic>
        <p:nvPicPr>
          <p:cNvPr id="2097174" name="Picture 64" descr="stars"/>
          <p:cNvPicPr>
            <a:picLocks noChangeAspect="1" noChangeArrowheads="1" noCrop="1"/>
          </p:cNvPicPr>
          <p:nvPr/>
        </p:nvPicPr>
        <p:blipFill>
          <a:blip r:embed="rId6"/>
          <a:srcRect/>
          <a:stretch>
            <a:fillRect/>
          </a:stretch>
        </p:blipFill>
        <p:spPr bwMode="auto">
          <a:xfrm rot="8302339">
            <a:off x="6634514" y="4800654"/>
            <a:ext cx="560952" cy="458055"/>
          </a:xfrm>
          <a:prstGeom prst="rect">
            <a:avLst/>
          </a:prstGeom>
          <a:noFill/>
          <a:ln w="9525">
            <a:noFill/>
            <a:miter lim="800000"/>
            <a:headEnd/>
            <a:tailEnd/>
          </a:ln>
        </p:spPr>
      </p:pic>
      <p:sp>
        <p:nvSpPr>
          <p:cNvPr id="1048647" name="Rectangle 25"/>
          <p:cNvSpPr/>
          <p:nvPr/>
        </p:nvSpPr>
        <p:spPr>
          <a:xfrm>
            <a:off x="0" y="2132856"/>
            <a:ext cx="9144000" cy="2376264"/>
          </a:xfrm>
          <a:prstGeom prst="rect">
            <a:avLst/>
          </a:prstGeom>
          <a:solidFill>
            <a:schemeClr val="dk1">
              <a:alpha val="62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d-ID">
              <a:solidFill>
                <a:prstClr val="white"/>
              </a:solidFill>
            </a:endParaRPr>
          </a:p>
        </p:txBody>
      </p:sp>
      <p:sp>
        <p:nvSpPr>
          <p:cNvPr id="1048648" name="Rectangle 26"/>
          <p:cNvSpPr/>
          <p:nvPr/>
        </p:nvSpPr>
        <p:spPr>
          <a:xfrm>
            <a:off x="312766" y="2708920"/>
            <a:ext cx="8579714" cy="1351833"/>
          </a:xfrm>
          <a:prstGeom prst="rect">
            <a:avLst/>
          </a:prstGeom>
          <a:noFill/>
          <a:ln w="28575">
            <a:noFill/>
          </a:ln>
        </p:spPr>
        <p:txBody>
          <a:bodyPr wrap="square" lIns="81833" tIns="40917" rIns="81833" bIns="40917">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defTabSz="957451"/>
            <a:r>
              <a:rPr lang="id-ID" sz="8000" b="1" spc="236" dirty="0">
                <a:ln w="11430"/>
                <a:blipFill dpi="0" rotWithShape="1">
                  <a:blip r:embed="rId7"/>
                  <a:srcRect/>
                  <a:stretch>
                    <a:fillRect/>
                  </a:stretch>
                </a:blipFill>
                <a:effectLst>
                  <a:glow rad="228600">
                    <a:prstClr val="white">
                      <a:alpha val="40000"/>
                    </a:prstClr>
                  </a:glow>
                  <a:outerShdw blurRad="76200" dist="50800" dir="5400000" algn="tl" rotWithShape="0">
                    <a:srgbClr val="000000">
                      <a:alpha val="65000"/>
                    </a:srgbClr>
                  </a:outerShdw>
                </a:effectLst>
                <a:latin typeface="Berlin Sans FB Demi" pitchFamily="34" charset="0"/>
              </a:rPr>
              <a:t>BELA  NEGARA </a:t>
            </a:r>
            <a:endParaRPr lang="en-US" sz="8000" b="1" spc="236" dirty="0">
              <a:ln w="11430"/>
              <a:blipFill dpi="0" rotWithShape="1">
                <a:blip r:embed="rId7"/>
                <a:srcRect/>
                <a:stretch>
                  <a:fillRect/>
                </a:stretch>
              </a:blipFill>
              <a:effectLst>
                <a:glow rad="228600">
                  <a:prstClr val="white">
                    <a:alpha val="40000"/>
                  </a:prstClr>
                </a:glow>
                <a:outerShdw blurRad="76200" dist="50800" dir="5400000" algn="tl" rotWithShape="0">
                  <a:srgbClr val="000000">
                    <a:alpha val="65000"/>
                  </a:srgbClr>
                </a:outerShdw>
              </a:effectLst>
              <a:latin typeface="Berlin Sans FB Demi" pitchFamily="34" charset="0"/>
            </a:endParaRPr>
          </a:p>
        </p:txBody>
      </p:sp>
      <p:grpSp>
        <p:nvGrpSpPr>
          <p:cNvPr id="80" name="Group 8"/>
          <p:cNvGrpSpPr/>
          <p:nvPr/>
        </p:nvGrpSpPr>
        <p:grpSpPr bwMode="auto">
          <a:xfrm>
            <a:off x="8362453" y="44624"/>
            <a:ext cx="818059" cy="720079"/>
            <a:chOff x="5424" y="3990"/>
            <a:chExt cx="267" cy="256"/>
          </a:xfrm>
        </p:grpSpPr>
        <p:pic>
          <p:nvPicPr>
            <p:cNvPr id="2097175" name="Picture 9" descr="radar"/>
            <p:cNvPicPr>
              <a:picLocks noChangeAspect="1" noChangeArrowheads="1" noCrop="1"/>
            </p:cNvPicPr>
            <p:nvPr/>
          </p:nvPicPr>
          <p:blipFill>
            <a:blip r:embed="rId8"/>
            <a:srcRect/>
            <a:stretch>
              <a:fillRect/>
            </a:stretch>
          </p:blipFill>
          <p:spPr bwMode="auto">
            <a:xfrm>
              <a:off x="5424" y="3990"/>
              <a:ext cx="267" cy="256"/>
            </a:xfrm>
            <a:prstGeom prst="rect">
              <a:avLst/>
            </a:prstGeom>
            <a:noFill/>
            <a:ln>
              <a:noFill/>
            </a:ln>
          </p:spPr>
        </p:pic>
        <p:sp>
          <p:nvSpPr>
            <p:cNvPr id="1048649" name="AutoShape 10"/>
            <p:cNvSpPr>
              <a:spLocks noChangeArrowheads="1"/>
            </p:cNvSpPr>
            <p:nvPr/>
          </p:nvSpPr>
          <p:spPr bwMode="auto">
            <a:xfrm>
              <a:off x="5459" y="4015"/>
              <a:ext cx="189" cy="207"/>
            </a:xfrm>
            <a:prstGeom prst="star16">
              <a:avLst>
                <a:gd name="adj" fmla="val 37500"/>
              </a:avLst>
            </a:prstGeom>
            <a:noFill/>
            <a:ln>
              <a:noFill/>
            </a:ln>
          </p:spPr>
          <p:txBody>
            <a:bodyPr wrap="none" lIns="91403" tIns="45701" rIns="91403" bIns="45701" anchor="ctr"/>
            <a:lstStyle/>
            <a:p>
              <a:pPr algn="ctr" fontAlgn="base">
                <a:spcBef>
                  <a:spcPct val="0"/>
                </a:spcBef>
                <a:spcAft>
                  <a:spcPct val="0"/>
                </a:spcAft>
              </a:pPr>
              <a:fld id="{7A236C3E-A36D-4FEE-B077-DD0AE1A2FFAE}" type="slidenum">
                <a:rPr lang="en-US" altLang="en-US" sz="2400" b="1">
                  <a:solidFill>
                    <a:srgbClr val="FFFF00"/>
                  </a:solidFill>
                  <a:latin typeface="Arial Black" pitchFamily="34" charset="0"/>
                </a:rPr>
                <a:pPr algn="ctr" fontAlgn="base">
                  <a:spcBef>
                    <a:spcPct val="0"/>
                  </a:spcBef>
                  <a:spcAft>
                    <a:spcPct val="0"/>
                  </a:spcAft>
                </a:pPr>
                <a:t>5</a:t>
              </a:fld>
              <a:endParaRPr lang="en-US" altLang="en-US" sz="2400" b="1" dirty="0">
                <a:solidFill>
                  <a:srgbClr val="FFFF00"/>
                </a:solidFill>
                <a:latin typeface="Arial Black" pitchFamily="34" charset="0"/>
              </a:endParaRPr>
            </a:p>
          </p:txBody>
        </p:sp>
      </p:gr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097168"/>
                    </p:tgtEl>
                  </p:cond>
                </p:stCondLst>
                <p:endSync evt="end" delay="0">
                  <p:rtn val="all"/>
                </p:endSync>
                <p:childTnLst>
                  <p:par>
                    <p:cTn id="3" fill="hold" nodeType="clickPar">
                      <p:stCondLst>
                        <p:cond delay="0"/>
                      </p:stCondLst>
                      <p:childTnLst>
                        <p:par>
                          <p:cTn id="4" fill="hold" nodeType="withGroup">
                            <p:stCondLst>
                              <p:cond delay="0"/>
                            </p:stCondLst>
                            <p:childTnLst>
                              <p:par>
                                <p:cTn id="5" presetID="2" presetClass="mediacall" presetSubtype="0" fill="hold" nodeType="withEffect">
                                  <p:stCondLst>
                                    <p:cond delay="0"/>
                                  </p:stCondLst>
                                  <p:childTnLst>
                                    <p:cmd type="call" cmd="togglePause">
                                      <p:cBhvr>
                                        <p:cTn id="6" dur="1" fill="hold"/>
                                        <p:tgtEl>
                                          <p:spTgt spid="2097168"/>
                                        </p:tgtEl>
                                      </p:cBhvr>
                                    </p:cmd>
                                  </p:childTnLst>
                                </p:cTn>
                              </p:par>
                            </p:childTnLst>
                          </p:cTn>
                        </p:par>
                      </p:childTnLst>
                    </p:cTn>
                  </p:par>
                </p:childTnLst>
              </p:cTn>
              <p:nextCondLst>
                <p:cond evt="onClick" delay="0">
                  <p:tgtEl>
                    <p:spTgt spid="2097168"/>
                  </p:tgtEl>
                </p:cond>
              </p:nextCondLst>
            </p:seq>
            <p:video>
              <p:cMediaNode>
                <p:cTn id="7" fill="hold" display="0">
                  <p:stCondLst>
                    <p:cond delay="indefinite"/>
                  </p:stCondLst>
                  <p:endCondLst>
                    <p:cond evt="onNext" delay="0">
                      <p:tgtEl>
                        <p:sldTgt/>
                      </p:tgtEl>
                    </p:cond>
                    <p:cond evt="onPrev" delay="0">
                      <p:tgtEl>
                        <p:sldTgt/>
                      </p:tgtEl>
                    </p:cond>
                  </p:endCondLst>
                </p:cTn>
                <p:tgtEl>
                  <p:spTgt spid="2097168"/>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76" name="Picture Placeholder 2" descr="C:\Documents and Settings\HP\My Documents\PAK ALING\pak.aling copy.jpg"/>
          <p:cNvPicPr>
            <a:picLocks noGrp="1" noChangeAspect="1" noChangeArrowheads="1"/>
          </p:cNvPicPr>
          <p:nvPr>
            <p:ph type="pic" sz="quarter" idx="10"/>
          </p:nvPr>
        </p:nvPicPr>
        <p:blipFill>
          <a:blip r:embed="rId3" cstate="print"/>
          <a:srcRect l="2870" r="2870"/>
          <a:stretch>
            <a:fillRect/>
          </a:stretch>
        </p:blipFill>
        <p:spPr>
          <a:xfrm>
            <a:off x="0" y="0"/>
            <a:ext cx="9144000" cy="6902450"/>
          </a:xfrm>
          <a:ln w="9525"/>
          <a:effectLst>
            <a:outerShdw blurRad="63500" dist="25400" dir="5400000" rotWithShape="0">
              <a:srgbClr val="000000">
                <a:alpha val="39999"/>
              </a:srgbClr>
            </a:outerShdw>
          </a:effectLst>
        </p:spPr>
      </p:pic>
      <p:grpSp>
        <p:nvGrpSpPr>
          <p:cNvPr id="101" name="Group 8"/>
          <p:cNvGrpSpPr/>
          <p:nvPr/>
        </p:nvGrpSpPr>
        <p:grpSpPr bwMode="auto">
          <a:xfrm>
            <a:off x="8362453" y="44624"/>
            <a:ext cx="818059" cy="720079"/>
            <a:chOff x="5424" y="3990"/>
            <a:chExt cx="267" cy="256"/>
          </a:xfrm>
        </p:grpSpPr>
        <p:pic>
          <p:nvPicPr>
            <p:cNvPr id="2097177" name="Picture 9" descr="radar"/>
            <p:cNvPicPr>
              <a:picLocks noChangeAspect="1" noChangeArrowheads="1" noCrop="1"/>
            </p:cNvPicPr>
            <p:nvPr/>
          </p:nvPicPr>
          <p:blipFill>
            <a:blip r:embed="rId4"/>
            <a:srcRect/>
            <a:stretch>
              <a:fillRect/>
            </a:stretch>
          </p:blipFill>
          <p:spPr bwMode="auto">
            <a:xfrm>
              <a:off x="5424" y="3990"/>
              <a:ext cx="267" cy="256"/>
            </a:xfrm>
            <a:prstGeom prst="rect">
              <a:avLst/>
            </a:prstGeom>
            <a:noFill/>
            <a:ln>
              <a:noFill/>
            </a:ln>
          </p:spPr>
        </p:pic>
        <p:sp>
          <p:nvSpPr>
            <p:cNvPr id="1048666" name="AutoShape 10"/>
            <p:cNvSpPr>
              <a:spLocks noChangeArrowheads="1"/>
            </p:cNvSpPr>
            <p:nvPr/>
          </p:nvSpPr>
          <p:spPr bwMode="auto">
            <a:xfrm>
              <a:off x="5459" y="4015"/>
              <a:ext cx="189" cy="207"/>
            </a:xfrm>
            <a:prstGeom prst="star16">
              <a:avLst>
                <a:gd name="adj" fmla="val 37500"/>
              </a:avLst>
            </a:prstGeom>
            <a:noFill/>
            <a:ln>
              <a:noFill/>
            </a:ln>
          </p:spPr>
          <p:txBody>
            <a:bodyPr wrap="none" lIns="91403" tIns="45701" rIns="91403" bIns="45701" anchor="ctr"/>
            <a:lstStyle/>
            <a:p>
              <a:pPr algn="ctr" fontAlgn="base">
                <a:spcBef>
                  <a:spcPct val="0"/>
                </a:spcBef>
                <a:spcAft>
                  <a:spcPct val="0"/>
                </a:spcAft>
              </a:pPr>
              <a:fld id="{7A236C3E-A36D-4FEE-B077-DD0AE1A2FFAE}" type="slidenum">
                <a:rPr lang="en-US" altLang="en-US" sz="2400" b="1">
                  <a:solidFill>
                    <a:srgbClr val="FFFF00"/>
                  </a:solidFill>
                  <a:latin typeface="Arial Black" pitchFamily="34" charset="0"/>
                </a:rPr>
                <a:pPr algn="ctr" fontAlgn="base">
                  <a:spcBef>
                    <a:spcPct val="0"/>
                  </a:spcBef>
                  <a:spcAft>
                    <a:spcPct val="0"/>
                  </a:spcAft>
                </a:pPr>
                <a:t>6</a:t>
              </a:fld>
              <a:endParaRPr lang="en-US" altLang="en-US" sz="2400" b="1" dirty="0">
                <a:solidFill>
                  <a:srgbClr val="FFFF00"/>
                </a:solidFill>
                <a:latin typeface="Arial Black" pitchFamily="34" charset="0"/>
              </a:endParaRPr>
            </a:p>
          </p:txBody>
        </p:sp>
      </p:grpSp>
      <p:sp>
        <p:nvSpPr>
          <p:cNvPr id="1048667" name="Rectangle 10"/>
          <p:cNvSpPr/>
          <p:nvPr/>
        </p:nvSpPr>
        <p:spPr>
          <a:xfrm>
            <a:off x="-35496" y="4437112"/>
            <a:ext cx="9144000" cy="2376264"/>
          </a:xfrm>
          <a:prstGeom prst="rect">
            <a:avLst/>
          </a:prstGeom>
          <a:solidFill>
            <a:schemeClr val="dk1">
              <a:alpha val="88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d-ID" sz="2000">
              <a:solidFill>
                <a:prstClr val="white"/>
              </a:solidFill>
            </a:endParaRPr>
          </a:p>
        </p:txBody>
      </p:sp>
      <p:sp>
        <p:nvSpPr>
          <p:cNvPr id="1048668" name="Rectangle 11"/>
          <p:cNvSpPr/>
          <p:nvPr/>
        </p:nvSpPr>
        <p:spPr>
          <a:xfrm>
            <a:off x="118786" y="4581128"/>
            <a:ext cx="8797244" cy="1869441"/>
          </a:xfrm>
          <a:prstGeom prst="rect">
            <a:avLst/>
          </a:prstGeom>
        </p:spPr>
        <p:txBody>
          <a:bodyPr wrap="square">
            <a:spAutoFit/>
          </a:bodyPr>
          <a:lstStyle/>
          <a:p>
            <a:pPr algn="just">
              <a:spcBef>
                <a:spcPts val="600"/>
              </a:spcBef>
            </a:pPr>
            <a:r>
              <a:rPr lang="id-ID" sz="2800" b="1" dirty="0">
                <a:ln w="1905"/>
                <a:solidFill>
                  <a:srgbClr val="FFFF00"/>
                </a:solidFill>
                <a:effectLst>
                  <a:innerShdw blurRad="69850" dist="43180" dir="5400000">
                    <a:srgbClr val="000000">
                      <a:alpha val="65000"/>
                    </a:srgbClr>
                  </a:innerShdw>
                </a:effectLst>
                <a:latin typeface="Arial Black" pitchFamily="34" charset="0"/>
              </a:rPr>
              <a:t>Kata </a:t>
            </a:r>
            <a:r>
              <a:rPr lang="id-ID" sz="2800" b="1" dirty="0">
                <a:ln w="1905"/>
                <a:effectLst>
                  <a:innerShdw blurRad="69850" dist="43180" dir="5400000">
                    <a:srgbClr val="000000">
                      <a:alpha val="65000"/>
                    </a:srgbClr>
                  </a:innerShdw>
                </a:effectLst>
                <a:latin typeface="Arial Black" pitchFamily="34" charset="0"/>
              </a:rPr>
              <a:t>“bela negara” </a:t>
            </a:r>
            <a:r>
              <a:rPr lang="id-ID" sz="2800" b="1" dirty="0">
                <a:ln w="1905"/>
                <a:solidFill>
                  <a:srgbClr val="FFFF00"/>
                </a:solidFill>
                <a:effectLst>
                  <a:innerShdw blurRad="69850" dist="43180" dir="5400000">
                    <a:srgbClr val="000000">
                      <a:alpha val="65000"/>
                    </a:srgbClr>
                  </a:innerShdw>
                </a:effectLst>
                <a:latin typeface="Arial Black" pitchFamily="34" charset="0"/>
              </a:rPr>
              <a:t>dalam konteks kekinian bukan berarti </a:t>
            </a:r>
            <a:r>
              <a:rPr lang="id-ID" sz="2800" b="1" dirty="0">
                <a:ln w="1905"/>
                <a:effectLst>
                  <a:innerShdw blurRad="69850" dist="43180" dir="5400000">
                    <a:srgbClr val="000000">
                      <a:alpha val="65000"/>
                    </a:srgbClr>
                  </a:innerShdw>
                </a:effectLst>
                <a:latin typeface="Arial Black" pitchFamily="34" charset="0"/>
              </a:rPr>
              <a:t>harus angkat senjata </a:t>
            </a:r>
            <a:r>
              <a:rPr lang="id-ID" sz="2800" b="1" dirty="0">
                <a:ln w="1905"/>
                <a:solidFill>
                  <a:srgbClr val="FFFF00"/>
                </a:solidFill>
                <a:effectLst>
                  <a:innerShdw blurRad="69850" dist="43180" dir="5400000">
                    <a:srgbClr val="000000">
                      <a:alpha val="65000"/>
                    </a:srgbClr>
                  </a:innerShdw>
                </a:effectLst>
                <a:latin typeface="Arial Black" pitchFamily="34" charset="0"/>
              </a:rPr>
              <a:t>dan dilakukan oleh </a:t>
            </a:r>
            <a:r>
              <a:rPr lang="id-ID" sz="2800" b="1" dirty="0">
                <a:ln w="1905"/>
                <a:effectLst>
                  <a:innerShdw blurRad="69850" dist="43180" dir="5400000">
                    <a:srgbClr val="000000">
                      <a:alpha val="65000"/>
                    </a:srgbClr>
                  </a:innerShdw>
                </a:effectLst>
                <a:latin typeface="Arial Black" pitchFamily="34" charset="0"/>
              </a:rPr>
              <a:t>militer</a:t>
            </a:r>
            <a:r>
              <a:rPr lang="id-ID" sz="2800" b="1" dirty="0">
                <a:ln w="1905"/>
                <a:solidFill>
                  <a:srgbClr val="FFFF00"/>
                </a:solidFill>
                <a:effectLst>
                  <a:innerShdw blurRad="69850" dist="43180" dir="5400000">
                    <a:srgbClr val="000000">
                      <a:alpha val="65000"/>
                    </a:srgbClr>
                  </a:innerShdw>
                </a:effectLst>
                <a:latin typeface="Arial Black" pitchFamily="34" charset="0"/>
              </a:rPr>
              <a:t> sebagai alat dan pilar negara dalam mempertahankan NKRI dari serangan negara lain</a:t>
            </a:r>
            <a:endParaRPr lang="id-ID" sz="2800" b="1" dirty="0">
              <a:ln w="1905"/>
              <a:solidFill>
                <a:schemeClr val="bg1"/>
              </a:solidFill>
              <a:effectLst>
                <a:innerShdw blurRad="69850" dist="43180" dir="5400000">
                  <a:srgbClr val="000000">
                    <a:alpha val="65000"/>
                  </a:srgbClr>
                </a:innerShdw>
              </a:effectLst>
              <a:latin typeface="Arial Black" pitchFamily="34" charset="0"/>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5" name="Group 8"/>
          <p:cNvGrpSpPr/>
          <p:nvPr/>
        </p:nvGrpSpPr>
        <p:grpSpPr>
          <a:xfrm>
            <a:off x="35496" y="-27384"/>
            <a:ext cx="9144000" cy="6997147"/>
            <a:chOff x="13252" y="1124744"/>
            <a:chExt cx="9144000" cy="5872404"/>
          </a:xfrm>
        </p:grpSpPr>
        <p:pic>
          <p:nvPicPr>
            <p:cNvPr id="2097178" name="opening.wmv">
              <a:hlinkClick r:id="" action="ppaction://media"/>
            </p:cNvPr>
            <p:cNvPicPr>
              <a:picLocks noRot="1" noChangeAspect="1"/>
            </p:cNvPicPr>
            <p:nvPr>
              <a:videoFile r:link="rId2"/>
              <p:extLst>
                <p:ext uri="{DAA4B4D4-6D71-4841-9C94-3DE7FCFB9230}">
                  <p14:media xmlns:p14="http://schemas.microsoft.com/office/powerpoint/2010/main" r:link="rId1"/>
                </p:ext>
              </p:extLst>
            </p:nvPr>
          </p:nvPicPr>
          <p:blipFill>
            <a:blip r:embed="rId4"/>
            <a:srcRect/>
            <a:stretch>
              <a:fillRect/>
            </a:stretch>
          </p:blipFill>
          <p:spPr bwMode="auto">
            <a:xfrm>
              <a:off x="13252" y="1124744"/>
              <a:ext cx="9144000" cy="5872404"/>
            </a:xfrm>
            <a:prstGeom prst="rect">
              <a:avLst/>
            </a:prstGeom>
            <a:ln>
              <a:noFill/>
            </a:ln>
            <a:effectLst>
              <a:softEdge rad="112500"/>
            </a:effectLst>
          </p:spPr>
        </p:pic>
        <p:pic>
          <p:nvPicPr>
            <p:cNvPr id="2097179" name="Picture 9" descr="Sudirman.png"/>
            <p:cNvPicPr>
              <a:picLocks noChangeAspect="1"/>
            </p:cNvPicPr>
            <p:nvPr/>
          </p:nvPicPr>
          <p:blipFill>
            <a:blip r:embed="rId5">
              <a:lum contrast="10000"/>
            </a:blip>
            <a:srcRect/>
            <a:stretch>
              <a:fillRect/>
            </a:stretch>
          </p:blipFill>
          <p:spPr bwMode="auto">
            <a:xfrm>
              <a:off x="5638800" y="2033588"/>
              <a:ext cx="3505200" cy="4824412"/>
            </a:xfrm>
            <a:prstGeom prst="rect">
              <a:avLst/>
            </a:prstGeom>
            <a:noFill/>
            <a:ln w="9525">
              <a:noFill/>
              <a:miter lim="800000"/>
              <a:headEnd/>
              <a:tailEnd/>
            </a:ln>
          </p:spPr>
        </p:pic>
      </p:grpSp>
      <p:sp>
        <p:nvSpPr>
          <p:cNvPr id="1048672" name="Rectangle 9"/>
          <p:cNvSpPr/>
          <p:nvPr/>
        </p:nvSpPr>
        <p:spPr>
          <a:xfrm>
            <a:off x="251520" y="3506232"/>
            <a:ext cx="6696744" cy="2402840"/>
          </a:xfrm>
          <a:prstGeom prst="rect">
            <a:avLst/>
          </a:prstGeom>
        </p:spPr>
        <p:txBody>
          <a:bodyPr wrap="square">
            <a:spAutoFit/>
          </a:bodyPr>
          <a:lstStyle/>
          <a:p>
            <a:pPr algn="just"/>
            <a:r>
              <a:rPr lang="id-ID" sz="3200" dirty="0">
                <a:ln>
                  <a:solidFill>
                    <a:prstClr val="white"/>
                  </a:solidFill>
                </a:ln>
                <a:solidFill>
                  <a:srgbClr val="003300"/>
                </a:solidFill>
                <a:effectLst>
                  <a:glow rad="228600">
                    <a:prstClr val="white">
                      <a:alpha val="40000"/>
                    </a:prstClr>
                  </a:glow>
                </a:effectLst>
                <a:latin typeface="Arial Black" pitchFamily="34" charset="0"/>
              </a:rPr>
              <a:t>Arti dari Bela Negara adalah:</a:t>
            </a:r>
          </a:p>
          <a:p>
            <a:pPr algn="just"/>
            <a:r>
              <a:rPr lang="id-ID" sz="1600" dirty="0">
                <a:solidFill>
                  <a:prstClr val="white"/>
                </a:solidFill>
                <a:latin typeface="Arial Black" pitchFamily="34" charset="0"/>
              </a:rPr>
              <a:t> </a:t>
            </a:r>
          </a:p>
          <a:p>
            <a:pPr algn="just"/>
            <a:r>
              <a:rPr lang="id-ID" sz="2000" b="1" dirty="0">
                <a:solidFill>
                  <a:prstClr val="white"/>
                </a:solidFill>
                <a:latin typeface="Adobe Fangsong Std R" pitchFamily="18" charset="-128"/>
                <a:ea typeface="Adobe Fangsong Std R" pitchFamily="18" charset="-128"/>
              </a:rPr>
              <a:t>- WNI yang memiliki tekad, sikap dan perilaku yang dijiwai oleh kecintaan kepada NKRI berdasarkan Pancasila dan UUD 1945 dalam menjamin kelangsungan hidup bangsa dan negara seutuhnya. </a:t>
            </a:r>
          </a:p>
          <a:p>
            <a:pPr algn="just"/>
            <a:r>
              <a:rPr lang="id-ID" b="1" dirty="0">
                <a:solidFill>
                  <a:prstClr val="white"/>
                </a:solidFill>
                <a:latin typeface="Adobe Fangsong Std R" pitchFamily="18" charset="-128"/>
                <a:ea typeface="Adobe Fangsong Std R" pitchFamily="18" charset="-128"/>
              </a:rPr>
              <a:t> </a:t>
            </a:r>
          </a:p>
        </p:txBody>
      </p:sp>
      <p:grpSp>
        <p:nvGrpSpPr>
          <p:cNvPr id="106" name="Group 8"/>
          <p:cNvGrpSpPr/>
          <p:nvPr/>
        </p:nvGrpSpPr>
        <p:grpSpPr bwMode="auto">
          <a:xfrm>
            <a:off x="8362453" y="44624"/>
            <a:ext cx="818059" cy="720079"/>
            <a:chOff x="5424" y="3990"/>
            <a:chExt cx="267" cy="256"/>
          </a:xfrm>
        </p:grpSpPr>
        <p:pic>
          <p:nvPicPr>
            <p:cNvPr id="2097180" name="Picture 9" descr="radar"/>
            <p:cNvPicPr>
              <a:picLocks noChangeAspect="1" noChangeArrowheads="1" noCrop="1"/>
            </p:cNvPicPr>
            <p:nvPr/>
          </p:nvPicPr>
          <p:blipFill>
            <a:blip r:embed="rId6"/>
            <a:srcRect/>
            <a:stretch>
              <a:fillRect/>
            </a:stretch>
          </p:blipFill>
          <p:spPr bwMode="auto">
            <a:xfrm>
              <a:off x="5424" y="3990"/>
              <a:ext cx="267" cy="256"/>
            </a:xfrm>
            <a:prstGeom prst="rect">
              <a:avLst/>
            </a:prstGeom>
            <a:noFill/>
            <a:ln>
              <a:noFill/>
            </a:ln>
          </p:spPr>
        </p:pic>
        <p:sp>
          <p:nvSpPr>
            <p:cNvPr id="1048673" name="AutoShape 10"/>
            <p:cNvSpPr>
              <a:spLocks noChangeArrowheads="1"/>
            </p:cNvSpPr>
            <p:nvPr/>
          </p:nvSpPr>
          <p:spPr bwMode="auto">
            <a:xfrm>
              <a:off x="5459" y="4015"/>
              <a:ext cx="189" cy="207"/>
            </a:xfrm>
            <a:prstGeom prst="star16">
              <a:avLst>
                <a:gd name="adj" fmla="val 37500"/>
              </a:avLst>
            </a:prstGeom>
            <a:noFill/>
            <a:ln>
              <a:noFill/>
            </a:ln>
          </p:spPr>
          <p:txBody>
            <a:bodyPr wrap="none" lIns="91403" tIns="45701" rIns="91403" bIns="45701" anchor="ctr"/>
            <a:lstStyle/>
            <a:p>
              <a:pPr algn="ctr" fontAlgn="base">
                <a:spcBef>
                  <a:spcPct val="0"/>
                </a:spcBef>
                <a:spcAft>
                  <a:spcPct val="0"/>
                </a:spcAft>
              </a:pPr>
              <a:fld id="{7A236C3E-A36D-4FEE-B077-DD0AE1A2FFAE}" type="slidenum">
                <a:rPr lang="en-US" altLang="en-US" sz="2400" b="1">
                  <a:solidFill>
                    <a:srgbClr val="FFFF00"/>
                  </a:solidFill>
                  <a:latin typeface="Arial Black" pitchFamily="34" charset="0"/>
                </a:rPr>
                <a:pPr algn="ctr" fontAlgn="base">
                  <a:spcBef>
                    <a:spcPct val="0"/>
                  </a:spcBef>
                  <a:spcAft>
                    <a:spcPct val="0"/>
                  </a:spcAft>
                </a:pPr>
                <a:t>7</a:t>
              </a:fld>
              <a:endParaRPr lang="en-US" altLang="en-US" sz="2400" b="1" dirty="0">
                <a:solidFill>
                  <a:srgbClr val="FFFF00"/>
                </a:solidFill>
                <a:latin typeface="Arial Black" pitchFamily="34" charset="0"/>
              </a:endParaRPr>
            </a:p>
          </p:txBody>
        </p:sp>
      </p:grpSp>
      <p:sp>
        <p:nvSpPr>
          <p:cNvPr id="1048674" name="Rectangle 3"/>
          <p:cNvSpPr/>
          <p:nvPr/>
        </p:nvSpPr>
        <p:spPr>
          <a:xfrm>
            <a:off x="209029" y="5602014"/>
            <a:ext cx="6768752" cy="923330"/>
          </a:xfrm>
          <a:prstGeom prst="rect">
            <a:avLst/>
          </a:prstGeom>
        </p:spPr>
        <p:txBody>
          <a:bodyPr wrap="square">
            <a:spAutoFit/>
          </a:bodyPr>
          <a:lstStyle/>
          <a:p>
            <a:pPr algn="just">
              <a:spcBef>
                <a:spcPts val="600"/>
              </a:spcBef>
            </a:pPr>
            <a:r>
              <a:rPr lang="id-ID" b="1" dirty="0">
                <a:ln w="1905"/>
                <a:solidFill>
                  <a:srgbClr val="FFFF00"/>
                </a:solidFill>
                <a:effectLst>
                  <a:innerShdw blurRad="69850" dist="43180" dir="5400000">
                    <a:srgbClr val="000000">
                      <a:alpha val="65000"/>
                    </a:srgbClr>
                  </a:innerShdw>
                </a:effectLst>
                <a:latin typeface="Arial Black" pitchFamily="34" charset="0"/>
              </a:rPr>
              <a:t>M’rupakan Kewajiban dsr manusia, juga kehormatan bagi tiap warga Ngr yg pnh kesadaran, tgng jwb dan rela berkorban kpd Ngr &amp; Bangsa.</a:t>
            </a:r>
            <a:endParaRPr lang="id-ID" b="1" dirty="0">
              <a:ln w="1905"/>
              <a:solidFill>
                <a:schemeClr val="bg1"/>
              </a:solidFill>
              <a:effectLst>
                <a:innerShdw blurRad="69850" dist="43180" dir="5400000">
                  <a:srgbClr val="000000">
                    <a:alpha val="65000"/>
                  </a:srgbClr>
                </a:innerShdw>
              </a:effectLst>
              <a:latin typeface="Arial Black" pitchFamily="34" charset="0"/>
            </a:endParaRPr>
          </a:p>
        </p:txBody>
      </p:sp>
    </p:spTree>
  </p:cSld>
  <p:clrMapOvr>
    <a:masterClrMapping/>
  </p:clrMapOvr>
  <p:timing>
    <p:tnLst>
      <p:par>
        <p:cTn id="1" dur="indefinite" restart="never" nodeType="tmRoot">
          <p:childTnLst>
            <p:video>
              <p:cMediaNode>
                <p:cTn id="2" fill="hold" display="0">
                  <p:stCondLst>
                    <p:cond delay="indefinite"/>
                  </p:stCondLst>
                  <p:endCondLst>
                    <p:cond evt="onNext" delay="0">
                      <p:tgtEl>
                        <p:sldTgt/>
                      </p:tgtEl>
                    </p:cond>
                    <p:cond evt="onPrev" delay="0">
                      <p:tgtEl>
                        <p:sldTgt/>
                      </p:tgtEl>
                    </p:cond>
                  </p:endCondLst>
                </p:cTn>
                <p:tgtEl>
                  <p:spTgt spid="2097178"/>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81" name="opening.wmv">
            <a:hlinkClick r:id="" action="ppaction://media"/>
          </p:cNvPr>
          <p:cNvPicPr>
            <a:picLocks noRot="1" noChangeAspect="1"/>
          </p:cNvPicPr>
          <p:nvPr>
            <a:videoFile r:link="rId2"/>
            <p:extLst>
              <p:ext uri="{DAA4B4D4-6D71-4841-9C94-3DE7FCFB9230}">
                <p14:media xmlns:p14="http://schemas.microsoft.com/office/powerpoint/2010/main" r:link="rId1"/>
              </p:ext>
            </p:extLst>
          </p:nvPr>
        </p:nvPicPr>
        <p:blipFill>
          <a:blip r:embed="rId5"/>
          <a:srcRect/>
          <a:stretch>
            <a:fillRect/>
          </a:stretch>
        </p:blipFill>
        <p:spPr bwMode="auto">
          <a:xfrm>
            <a:off x="35496" y="11119"/>
            <a:ext cx="9144000" cy="6846887"/>
          </a:xfrm>
          <a:prstGeom prst="rect">
            <a:avLst/>
          </a:prstGeom>
          <a:noFill/>
          <a:ln>
            <a:noFill/>
          </a:ln>
        </p:spPr>
      </p:pic>
      <p:pic>
        <p:nvPicPr>
          <p:cNvPr id="2097182" name="Picture 64" descr="stars"/>
          <p:cNvPicPr>
            <a:picLocks noChangeAspect="1" noChangeArrowheads="1" noCrop="1"/>
          </p:cNvPicPr>
          <p:nvPr/>
        </p:nvPicPr>
        <p:blipFill>
          <a:blip r:embed="rId6"/>
          <a:srcRect/>
          <a:stretch>
            <a:fillRect/>
          </a:stretch>
        </p:blipFill>
        <p:spPr bwMode="auto">
          <a:xfrm rot="8302339">
            <a:off x="452764" y="5724490"/>
            <a:ext cx="560952" cy="458055"/>
          </a:xfrm>
          <a:prstGeom prst="rect">
            <a:avLst/>
          </a:prstGeom>
          <a:noFill/>
          <a:ln w="9525">
            <a:noFill/>
            <a:miter lim="800000"/>
            <a:headEnd/>
            <a:tailEnd/>
          </a:ln>
        </p:spPr>
      </p:pic>
      <p:pic>
        <p:nvPicPr>
          <p:cNvPr id="2097183" name="Picture 64" descr="stars"/>
          <p:cNvPicPr>
            <a:picLocks noChangeAspect="1" noChangeArrowheads="1" noCrop="1"/>
          </p:cNvPicPr>
          <p:nvPr/>
        </p:nvPicPr>
        <p:blipFill>
          <a:blip r:embed="rId6"/>
          <a:srcRect/>
          <a:stretch>
            <a:fillRect/>
          </a:stretch>
        </p:blipFill>
        <p:spPr bwMode="auto">
          <a:xfrm rot="8302339">
            <a:off x="605164" y="5310089"/>
            <a:ext cx="560952" cy="458055"/>
          </a:xfrm>
          <a:prstGeom prst="rect">
            <a:avLst/>
          </a:prstGeom>
          <a:noFill/>
          <a:ln w="9525">
            <a:noFill/>
            <a:miter lim="800000"/>
            <a:headEnd/>
            <a:tailEnd/>
          </a:ln>
        </p:spPr>
      </p:pic>
      <p:pic>
        <p:nvPicPr>
          <p:cNvPr id="2097184" name="Picture 64" descr="stars"/>
          <p:cNvPicPr>
            <a:picLocks noChangeAspect="1" noChangeArrowheads="1" noCrop="1"/>
          </p:cNvPicPr>
          <p:nvPr/>
        </p:nvPicPr>
        <p:blipFill>
          <a:blip r:embed="rId6"/>
          <a:srcRect/>
          <a:stretch>
            <a:fillRect/>
          </a:stretch>
        </p:blipFill>
        <p:spPr bwMode="auto">
          <a:xfrm rot="8302339">
            <a:off x="5129723" y="1599774"/>
            <a:ext cx="560952" cy="458055"/>
          </a:xfrm>
          <a:prstGeom prst="rect">
            <a:avLst/>
          </a:prstGeom>
          <a:noFill/>
          <a:ln w="9525">
            <a:noFill/>
            <a:miter lim="800000"/>
            <a:headEnd/>
            <a:tailEnd/>
          </a:ln>
        </p:spPr>
      </p:pic>
      <p:pic>
        <p:nvPicPr>
          <p:cNvPr id="2097185" name="Picture 64" descr="stars"/>
          <p:cNvPicPr>
            <a:picLocks noChangeAspect="1" noChangeArrowheads="1" noCrop="1"/>
          </p:cNvPicPr>
          <p:nvPr/>
        </p:nvPicPr>
        <p:blipFill>
          <a:blip r:embed="rId6"/>
          <a:srcRect/>
          <a:stretch>
            <a:fillRect/>
          </a:stretch>
        </p:blipFill>
        <p:spPr bwMode="auto">
          <a:xfrm rot="8302339">
            <a:off x="3738915" y="1639387"/>
            <a:ext cx="560952" cy="458055"/>
          </a:xfrm>
          <a:prstGeom prst="rect">
            <a:avLst/>
          </a:prstGeom>
          <a:noFill/>
          <a:ln w="9525">
            <a:noFill/>
            <a:miter lim="800000"/>
            <a:headEnd/>
            <a:tailEnd/>
          </a:ln>
        </p:spPr>
      </p:pic>
      <p:pic>
        <p:nvPicPr>
          <p:cNvPr id="2097186" name="Picture 64" descr="stars"/>
          <p:cNvPicPr>
            <a:picLocks noChangeAspect="1" noChangeArrowheads="1" noCrop="1"/>
          </p:cNvPicPr>
          <p:nvPr/>
        </p:nvPicPr>
        <p:blipFill>
          <a:blip r:embed="rId6"/>
          <a:srcRect/>
          <a:stretch>
            <a:fillRect/>
          </a:stretch>
        </p:blipFill>
        <p:spPr bwMode="auto">
          <a:xfrm rot="8302339">
            <a:off x="6482114" y="4432388"/>
            <a:ext cx="560952" cy="458055"/>
          </a:xfrm>
          <a:prstGeom prst="rect">
            <a:avLst/>
          </a:prstGeom>
          <a:noFill/>
          <a:ln w="9525">
            <a:noFill/>
            <a:miter lim="800000"/>
            <a:headEnd/>
            <a:tailEnd/>
          </a:ln>
        </p:spPr>
      </p:pic>
      <p:pic>
        <p:nvPicPr>
          <p:cNvPr id="2097187" name="Picture 64" descr="stars"/>
          <p:cNvPicPr>
            <a:picLocks noChangeAspect="1" noChangeArrowheads="1" noCrop="1"/>
          </p:cNvPicPr>
          <p:nvPr/>
        </p:nvPicPr>
        <p:blipFill>
          <a:blip r:embed="rId6"/>
          <a:srcRect/>
          <a:stretch>
            <a:fillRect/>
          </a:stretch>
        </p:blipFill>
        <p:spPr bwMode="auto">
          <a:xfrm rot="8302339">
            <a:off x="6634514" y="4800654"/>
            <a:ext cx="560952" cy="458055"/>
          </a:xfrm>
          <a:prstGeom prst="rect">
            <a:avLst/>
          </a:prstGeom>
          <a:noFill/>
          <a:ln w="9525">
            <a:noFill/>
            <a:miter lim="800000"/>
            <a:headEnd/>
            <a:tailEnd/>
          </a:ln>
        </p:spPr>
      </p:pic>
      <p:sp>
        <p:nvSpPr>
          <p:cNvPr id="1048680" name="Rectangle 25"/>
          <p:cNvSpPr/>
          <p:nvPr/>
        </p:nvSpPr>
        <p:spPr>
          <a:xfrm>
            <a:off x="50244" y="2132856"/>
            <a:ext cx="9108504" cy="2376264"/>
          </a:xfrm>
          <a:prstGeom prst="rect">
            <a:avLst/>
          </a:prstGeom>
          <a:solidFill>
            <a:schemeClr val="dk1">
              <a:alpha val="62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d-ID">
              <a:solidFill>
                <a:prstClr val="white"/>
              </a:solidFill>
            </a:endParaRPr>
          </a:p>
        </p:txBody>
      </p:sp>
      <p:sp>
        <p:nvSpPr>
          <p:cNvPr id="1048681" name="Rectangle 26"/>
          <p:cNvSpPr/>
          <p:nvPr/>
        </p:nvSpPr>
        <p:spPr>
          <a:xfrm>
            <a:off x="312766" y="2708920"/>
            <a:ext cx="8579714" cy="2621834"/>
          </a:xfrm>
          <a:prstGeom prst="rect">
            <a:avLst/>
          </a:prstGeom>
          <a:noFill/>
          <a:ln w="28575">
            <a:noFill/>
          </a:ln>
        </p:spPr>
        <p:txBody>
          <a:bodyPr wrap="square" lIns="81833" tIns="40917" rIns="81833" bIns="40917">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defTabSz="957451"/>
            <a:r>
              <a:rPr lang="id-ID" sz="8000" b="1" spc="236" dirty="0">
                <a:ln w="11430"/>
                <a:blipFill dpi="0" rotWithShape="1">
                  <a:blip r:embed="rId7"/>
                  <a:srcRect/>
                  <a:stretch>
                    <a:fillRect/>
                  </a:stretch>
                </a:blipFill>
                <a:effectLst>
                  <a:glow rad="228600">
                    <a:prstClr val="white">
                      <a:alpha val="40000"/>
                    </a:prstClr>
                  </a:glow>
                  <a:outerShdw blurRad="76200" dist="50800" dir="5400000" algn="tl" rotWithShape="0">
                    <a:srgbClr val="000000">
                      <a:alpha val="65000"/>
                    </a:srgbClr>
                  </a:outerShdw>
                </a:effectLst>
                <a:latin typeface="Berlin Sans FB Demi" pitchFamily="34" charset="0"/>
              </a:rPr>
              <a:t>WAWASAN KEBANGSAAN</a:t>
            </a:r>
            <a:endParaRPr lang="en-US" sz="8000" b="1" spc="236" dirty="0">
              <a:ln w="11430"/>
              <a:blipFill dpi="0" rotWithShape="1">
                <a:blip r:embed="rId7"/>
                <a:srcRect/>
                <a:stretch>
                  <a:fillRect/>
                </a:stretch>
              </a:blipFill>
              <a:effectLst>
                <a:glow rad="228600">
                  <a:prstClr val="white">
                    <a:alpha val="40000"/>
                  </a:prstClr>
                </a:glow>
                <a:outerShdw blurRad="76200" dist="50800" dir="5400000" algn="tl" rotWithShape="0">
                  <a:srgbClr val="000000">
                    <a:alpha val="65000"/>
                  </a:srgbClr>
                </a:outerShdw>
              </a:effectLst>
              <a:latin typeface="Berlin Sans FB Demi" pitchFamily="34" charset="0"/>
            </a:endParaRPr>
          </a:p>
        </p:txBody>
      </p:sp>
      <p:grpSp>
        <p:nvGrpSpPr>
          <p:cNvPr id="109" name="Group 8"/>
          <p:cNvGrpSpPr/>
          <p:nvPr/>
        </p:nvGrpSpPr>
        <p:grpSpPr bwMode="auto">
          <a:xfrm>
            <a:off x="8362453" y="44624"/>
            <a:ext cx="818059" cy="720079"/>
            <a:chOff x="5424" y="3990"/>
            <a:chExt cx="267" cy="256"/>
          </a:xfrm>
        </p:grpSpPr>
        <p:pic>
          <p:nvPicPr>
            <p:cNvPr id="2097188" name="Picture 9" descr="radar"/>
            <p:cNvPicPr>
              <a:picLocks noChangeAspect="1" noChangeArrowheads="1" noCrop="1"/>
            </p:cNvPicPr>
            <p:nvPr/>
          </p:nvPicPr>
          <p:blipFill>
            <a:blip r:embed="rId8"/>
            <a:srcRect/>
            <a:stretch>
              <a:fillRect/>
            </a:stretch>
          </p:blipFill>
          <p:spPr bwMode="auto">
            <a:xfrm>
              <a:off x="5424" y="3990"/>
              <a:ext cx="267" cy="256"/>
            </a:xfrm>
            <a:prstGeom prst="rect">
              <a:avLst/>
            </a:prstGeom>
            <a:noFill/>
            <a:ln>
              <a:noFill/>
            </a:ln>
          </p:spPr>
        </p:pic>
        <p:sp>
          <p:nvSpPr>
            <p:cNvPr id="1048682" name="AutoShape 10"/>
            <p:cNvSpPr>
              <a:spLocks noChangeArrowheads="1"/>
            </p:cNvSpPr>
            <p:nvPr/>
          </p:nvSpPr>
          <p:spPr bwMode="auto">
            <a:xfrm>
              <a:off x="5459" y="4015"/>
              <a:ext cx="189" cy="207"/>
            </a:xfrm>
            <a:prstGeom prst="star16">
              <a:avLst>
                <a:gd name="adj" fmla="val 37500"/>
              </a:avLst>
            </a:prstGeom>
            <a:noFill/>
            <a:ln>
              <a:noFill/>
            </a:ln>
          </p:spPr>
          <p:txBody>
            <a:bodyPr wrap="none" lIns="91403" tIns="45701" rIns="91403" bIns="45701" anchor="ctr"/>
            <a:lstStyle/>
            <a:p>
              <a:pPr algn="ctr" fontAlgn="base">
                <a:spcBef>
                  <a:spcPct val="0"/>
                </a:spcBef>
                <a:spcAft>
                  <a:spcPct val="0"/>
                </a:spcAft>
              </a:pPr>
              <a:fld id="{7A236C3E-A36D-4FEE-B077-DD0AE1A2FFAE}" type="slidenum">
                <a:rPr lang="en-US" altLang="en-US" sz="2400" b="1">
                  <a:solidFill>
                    <a:srgbClr val="FFFF00"/>
                  </a:solidFill>
                  <a:latin typeface="Arial Black" pitchFamily="34" charset="0"/>
                </a:rPr>
                <a:pPr algn="ctr" fontAlgn="base">
                  <a:spcBef>
                    <a:spcPct val="0"/>
                  </a:spcBef>
                  <a:spcAft>
                    <a:spcPct val="0"/>
                  </a:spcAft>
                </a:pPr>
                <a:t>8</a:t>
              </a:fld>
              <a:endParaRPr lang="en-US" altLang="en-US" sz="2400" b="1" dirty="0">
                <a:solidFill>
                  <a:srgbClr val="FFFF00"/>
                </a:solidFill>
                <a:latin typeface="Arial Black" pitchFamily="34" charset="0"/>
              </a:endParaRPr>
            </a:p>
          </p:txBody>
        </p:sp>
      </p:gr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097181"/>
                    </p:tgtEl>
                  </p:cond>
                </p:stCondLst>
                <p:endSync evt="end" delay="0">
                  <p:rtn val="all"/>
                </p:endSync>
                <p:childTnLst>
                  <p:par>
                    <p:cTn id="3" fill="hold" nodeType="clickPar">
                      <p:stCondLst>
                        <p:cond delay="0"/>
                      </p:stCondLst>
                      <p:childTnLst>
                        <p:par>
                          <p:cTn id="4" fill="hold" nodeType="withGroup">
                            <p:stCondLst>
                              <p:cond delay="0"/>
                            </p:stCondLst>
                            <p:childTnLst>
                              <p:par>
                                <p:cTn id="5" presetID="2" presetClass="mediacall" presetSubtype="0" fill="hold" nodeType="withEffect">
                                  <p:stCondLst>
                                    <p:cond delay="0"/>
                                  </p:stCondLst>
                                  <p:childTnLst>
                                    <p:cmd type="call" cmd="togglePause">
                                      <p:cBhvr>
                                        <p:cTn id="6" dur="1" fill="hold"/>
                                        <p:tgtEl>
                                          <p:spTgt spid="2097181"/>
                                        </p:tgtEl>
                                      </p:cBhvr>
                                    </p:cmd>
                                  </p:childTnLst>
                                </p:cTn>
                              </p:par>
                            </p:childTnLst>
                          </p:cTn>
                        </p:par>
                      </p:childTnLst>
                    </p:cTn>
                  </p:par>
                </p:childTnLst>
              </p:cTn>
              <p:nextCondLst>
                <p:cond evt="onClick" delay="0">
                  <p:tgtEl>
                    <p:spTgt spid="2097181"/>
                  </p:tgtEl>
                </p:cond>
              </p:nextCondLst>
            </p:seq>
            <p:video>
              <p:cMediaNode>
                <p:cTn id="7" fill="hold" display="0">
                  <p:stCondLst>
                    <p:cond delay="indefinite"/>
                  </p:stCondLst>
                  <p:endCondLst>
                    <p:cond evt="onNext" delay="0">
                      <p:tgtEl>
                        <p:sldTgt/>
                      </p:tgtEl>
                    </p:cond>
                    <p:cond evt="onPrev" delay="0">
                      <p:tgtEl>
                        <p:sldTgt/>
                      </p:tgtEl>
                    </p:cond>
                  </p:endCondLst>
                </p:cTn>
                <p:tgtEl>
                  <p:spTgt spid="2097181"/>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6" name="Content Placeholder 2"/>
          <p:cNvSpPr>
            <a:spLocks noGrp="1"/>
          </p:cNvSpPr>
          <p:nvPr>
            <p:ph idx="1"/>
          </p:nvPr>
        </p:nvSpPr>
        <p:spPr>
          <a:xfrm>
            <a:off x="3203848" y="332657"/>
            <a:ext cx="5688632" cy="5976663"/>
          </a:xfrm>
        </p:spPr>
        <p:style>
          <a:lnRef idx="2">
            <a:schemeClr val="dk1">
              <a:shade val="50000"/>
            </a:schemeClr>
          </a:lnRef>
          <a:fillRef idx="1">
            <a:schemeClr val="dk1"/>
          </a:fillRef>
          <a:effectRef idx="0">
            <a:schemeClr val="dk1"/>
          </a:effectRef>
          <a:fontRef idx="minor">
            <a:schemeClr val="lt1"/>
          </a:fontRef>
        </p:style>
        <p:txBody>
          <a:bodyPr>
            <a:noAutofit/>
          </a:bodyPr>
          <a:lstStyle/>
          <a:p>
            <a:pPr>
              <a:buFont typeface="Wingdings" pitchFamily="2" charset="2"/>
              <a:buChar char="Ø"/>
            </a:pPr>
            <a:endParaRPr lang="en-US" sz="1800" b="1" dirty="0"/>
          </a:p>
          <a:p>
            <a:pPr>
              <a:buFont typeface="Wingdings" pitchFamily="2" charset="2"/>
              <a:buChar char="Ø"/>
            </a:pPr>
            <a:r>
              <a:rPr lang="id-ID" sz="2000" b="1" dirty="0"/>
              <a:t>Wawasan Adalah </a:t>
            </a:r>
            <a:r>
              <a:rPr lang="pt-BR" sz="2000" dirty="0"/>
              <a:t>cara pandang atau cara melihat</a:t>
            </a:r>
            <a:endParaRPr lang="id-ID" sz="2000" dirty="0"/>
          </a:p>
          <a:p>
            <a:pPr>
              <a:buFont typeface="Wingdings" pitchFamily="2" charset="2"/>
              <a:buChar char="Ø"/>
            </a:pPr>
            <a:r>
              <a:rPr lang="id-ID" sz="2000" b="1" dirty="0"/>
              <a:t>Kebangsaan Adalah </a:t>
            </a:r>
            <a:r>
              <a:rPr lang="id-ID" sz="2000" dirty="0"/>
              <a:t>hubungan hukum antara orang dan negara</a:t>
            </a:r>
            <a:endParaRPr lang="id-ID" sz="2000" b="1" dirty="0"/>
          </a:p>
          <a:p>
            <a:pPr>
              <a:buFont typeface="Wingdings" pitchFamily="2" charset="2"/>
              <a:buChar char="Ø"/>
            </a:pPr>
            <a:r>
              <a:rPr lang="id-ID" sz="2000" b="1" dirty="0"/>
              <a:t>WAWASAN Kebangsaan Adalah</a:t>
            </a:r>
            <a:r>
              <a:rPr lang="id-ID" sz="2000" dirty="0"/>
              <a:t> konsep politik bangsa Indonesia yang memandang Indonesia sebagai satu kesatuan wilayah, meliputi tanah (darat), air (laut) termasuk dasar laut dan tanah di bawahnya dan udara di atasnya secara tidak terpisahkan, yang menyatukan bangsa dan negara secara utuh menyeluruh mencakup segenap bidang kehidupan nasional yang meliputi aspek politik, ekonomi, sosial budaya, dan hankam.</a:t>
            </a:r>
          </a:p>
          <a:p>
            <a:pPr>
              <a:buFont typeface="Wingdings" pitchFamily="2" charset="2"/>
              <a:buChar char="Ø"/>
            </a:pPr>
            <a:r>
              <a:rPr lang="id-ID" sz="2000" b="1" dirty="0"/>
              <a:t>Keberagaman Adalah</a:t>
            </a:r>
            <a:r>
              <a:rPr lang="id-ID" sz="2000" dirty="0"/>
              <a:t> adalah suatu kondisi pada kehidupan masyarakat. Perbedaan seperti itu ada pada suku, bangsa, ras, agama, budaya dan gender.</a:t>
            </a:r>
          </a:p>
          <a:p>
            <a:pPr>
              <a:buFont typeface="Wingdings" pitchFamily="2" charset="2"/>
              <a:buChar char="Ø"/>
            </a:pPr>
            <a:endParaRPr lang="id-ID" sz="1800" dirty="0"/>
          </a:p>
          <a:p>
            <a:pPr marL="0" indent="0">
              <a:buFont typeface="Wingdings" pitchFamily="2" charset="2"/>
              <a:buChar char="Ø"/>
            </a:pPr>
            <a:endParaRPr lang="id-ID" sz="1800" dirty="0"/>
          </a:p>
        </p:txBody>
      </p:sp>
      <p:pic>
        <p:nvPicPr>
          <p:cNvPr id="2097189" name="Picture 5"/>
          <p:cNvPicPr>
            <a:picLocks noChangeAspect="1"/>
          </p:cNvPicPr>
          <p:nvPr/>
        </p:nvPicPr>
        <p:blipFill>
          <a:blip r:embed="rId2" cstate="print"/>
          <a:stretch>
            <a:fillRect/>
          </a:stretch>
        </p:blipFill>
        <p:spPr>
          <a:xfrm>
            <a:off x="55085" y="2348880"/>
            <a:ext cx="3004747" cy="4320480"/>
          </a:xfrm>
          <a:prstGeom prst="rect">
            <a:avLst/>
          </a:prstGeom>
        </p:spPr>
      </p:pic>
      <p:sp>
        <p:nvSpPr>
          <p:cNvPr id="1048687" name="Rectangle 6"/>
          <p:cNvSpPr/>
          <p:nvPr/>
        </p:nvSpPr>
        <p:spPr>
          <a:xfrm>
            <a:off x="66861" y="620688"/>
            <a:ext cx="2992971" cy="1584176"/>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 </a:t>
            </a:r>
            <a:r>
              <a:rPr lang="en-US" sz="2800" b="1" dirty="0"/>
              <a:t>PENGERTIAN WAWASAN KEBANGSAAN </a:t>
            </a:r>
          </a:p>
        </p:txBody>
      </p:sp>
      <p:grpSp>
        <p:nvGrpSpPr>
          <p:cNvPr id="113" name="Group 8"/>
          <p:cNvGrpSpPr/>
          <p:nvPr/>
        </p:nvGrpSpPr>
        <p:grpSpPr bwMode="auto">
          <a:xfrm>
            <a:off x="8362453" y="44624"/>
            <a:ext cx="818059" cy="720079"/>
            <a:chOff x="5424" y="3990"/>
            <a:chExt cx="267" cy="256"/>
          </a:xfrm>
        </p:grpSpPr>
        <p:pic>
          <p:nvPicPr>
            <p:cNvPr id="2097190" name="Picture 9" descr="radar"/>
            <p:cNvPicPr>
              <a:picLocks noChangeAspect="1" noChangeArrowheads="1" noCrop="1"/>
            </p:cNvPicPr>
            <p:nvPr/>
          </p:nvPicPr>
          <p:blipFill>
            <a:blip r:embed="rId3"/>
            <a:srcRect/>
            <a:stretch>
              <a:fillRect/>
            </a:stretch>
          </p:blipFill>
          <p:spPr bwMode="auto">
            <a:xfrm>
              <a:off x="5424" y="3990"/>
              <a:ext cx="267" cy="256"/>
            </a:xfrm>
            <a:prstGeom prst="rect">
              <a:avLst/>
            </a:prstGeom>
            <a:noFill/>
            <a:ln>
              <a:noFill/>
            </a:ln>
          </p:spPr>
        </p:pic>
        <p:sp>
          <p:nvSpPr>
            <p:cNvPr id="1048688" name="AutoShape 10"/>
            <p:cNvSpPr>
              <a:spLocks noChangeArrowheads="1"/>
            </p:cNvSpPr>
            <p:nvPr/>
          </p:nvSpPr>
          <p:spPr bwMode="auto">
            <a:xfrm>
              <a:off x="5459" y="4015"/>
              <a:ext cx="189" cy="207"/>
            </a:xfrm>
            <a:prstGeom prst="star16">
              <a:avLst>
                <a:gd name="adj" fmla="val 37500"/>
              </a:avLst>
            </a:prstGeom>
            <a:noFill/>
            <a:ln>
              <a:noFill/>
            </a:ln>
          </p:spPr>
          <p:txBody>
            <a:bodyPr wrap="none" lIns="91403" tIns="45701" rIns="91403" bIns="45701" anchor="ctr"/>
            <a:lstStyle/>
            <a:p>
              <a:pPr algn="ctr" fontAlgn="base">
                <a:spcBef>
                  <a:spcPct val="0"/>
                </a:spcBef>
                <a:spcAft>
                  <a:spcPct val="0"/>
                </a:spcAft>
              </a:pPr>
              <a:fld id="{7A236C3E-A36D-4FEE-B077-DD0AE1A2FFAE}" type="slidenum">
                <a:rPr lang="en-US" altLang="en-US" sz="2400" b="1">
                  <a:solidFill>
                    <a:srgbClr val="FFFF00"/>
                  </a:solidFill>
                  <a:latin typeface="Arial Black" pitchFamily="34" charset="0"/>
                </a:rPr>
                <a:pPr algn="ctr" fontAlgn="base">
                  <a:spcBef>
                    <a:spcPct val="0"/>
                  </a:spcBef>
                  <a:spcAft>
                    <a:spcPct val="0"/>
                  </a:spcAft>
                </a:pPr>
                <a:t>9</a:t>
              </a:fld>
              <a:endParaRPr lang="en-US" altLang="en-US" sz="2400" b="1" dirty="0">
                <a:solidFill>
                  <a:srgbClr val="FFFF00"/>
                </a:solidFill>
                <a:latin typeface="Arial Black" pitchFamily="34" charset="0"/>
              </a:endParaRPr>
            </a:p>
          </p:txBody>
        </p:sp>
      </p:grpSp>
    </p:spTree>
  </p:cSld>
  <p:clrMapOvr>
    <a:masterClrMapping/>
  </p:clrMapOvr>
  <p:transition>
    <p:wipe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9" name="Content Placeholder 2"/>
          <p:cNvSpPr>
            <a:spLocks noGrp="1"/>
          </p:cNvSpPr>
          <p:nvPr>
            <p:ph idx="1"/>
          </p:nvPr>
        </p:nvSpPr>
        <p:spPr>
          <a:xfrm>
            <a:off x="395536" y="2630574"/>
            <a:ext cx="8280920" cy="3750754"/>
          </a:xfrm>
        </p:spPr>
        <p:style>
          <a:lnRef idx="1">
            <a:schemeClr val="accent6"/>
          </a:lnRef>
          <a:fillRef idx="3">
            <a:schemeClr val="accent6"/>
          </a:fillRef>
          <a:effectRef idx="2">
            <a:schemeClr val="accent6"/>
          </a:effectRef>
          <a:fontRef idx="minor">
            <a:schemeClr val="lt1"/>
          </a:fontRef>
        </p:style>
        <p:txBody>
          <a:bodyPr>
            <a:noAutofit/>
          </a:bodyPr>
          <a:lstStyle/>
          <a:p>
            <a:pPr marL="0" indent="0" algn="ctr">
              <a:lnSpc>
                <a:spcPct val="120000"/>
              </a:lnSpc>
              <a:spcBef>
                <a:spcPts val="0"/>
              </a:spcBef>
              <a:buNone/>
            </a:pPr>
            <a:r>
              <a:rPr lang="id-ID" sz="2800" dirty="0">
                <a:solidFill>
                  <a:schemeClr val="tx1"/>
                </a:solidFill>
                <a:latin typeface="Tahoma" panose="020B0604030504040204" pitchFamily="34" charset="0"/>
                <a:ea typeface="Tahoma" panose="020B0604030504040204" pitchFamily="34" charset="0"/>
                <a:cs typeface="Tahoma" panose="020B0604030504040204" pitchFamily="34" charset="0"/>
              </a:rPr>
              <a:t>Mewujudkan Nasionalisme yang tinggi dari segala aspek kehidupan rakyat indonesia yang mengutamakan kepentingan Nasional dari pada kepentingan perorangan, kelompok, golongan, suku Bangsa atau daerah. Kepentingan tersebut tetap dihargai agar tidak bertentangan dari kepentingan Nasional</a:t>
            </a:r>
            <a:r>
              <a:rPr lang="id-ID" sz="2800" dirty="0">
                <a:latin typeface="Tahoma" panose="020B0604030504040204" pitchFamily="34" charset="0"/>
                <a:ea typeface="Tahoma" panose="020B0604030504040204" pitchFamily="34" charset="0"/>
                <a:cs typeface="Tahoma" panose="020B0604030504040204" pitchFamily="34" charset="0"/>
              </a:rPr>
              <a:t>.</a:t>
            </a:r>
          </a:p>
        </p:txBody>
      </p:sp>
      <p:sp>
        <p:nvSpPr>
          <p:cNvPr id="1048690" name="Title 1"/>
          <p:cNvSpPr txBox="1"/>
          <p:nvPr/>
        </p:nvSpPr>
        <p:spPr>
          <a:xfrm>
            <a:off x="755576" y="404663"/>
            <a:ext cx="6912768" cy="82733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pPr>
            <a:r>
              <a:rPr kumimoji="0" lang="id-ID" sz="2800" b="1" i="0" u="none" strike="noStrike" kern="1200" cap="none" spc="0" normalizeH="0" baseline="0" noProof="0" dirty="0">
                <a:ln>
                  <a:noFill/>
                </a:ln>
                <a:solidFill>
                  <a:schemeClr val="tx1"/>
                </a:solidFill>
                <a:effectLst/>
                <a:uLnTx/>
                <a:uFillTx/>
                <a:latin typeface="Tahoma" panose="020B0604030504040204" pitchFamily="34" charset="0"/>
                <a:ea typeface="Tahoma" panose="020B0604030504040204" pitchFamily="34" charset="0"/>
                <a:cs typeface="Tahoma" panose="020B0604030504040204" pitchFamily="34" charset="0"/>
              </a:rPr>
              <a:t>TUJUAN WAWASAN KEBANGSAAN</a:t>
            </a:r>
          </a:p>
        </p:txBody>
      </p:sp>
      <p:sp>
        <p:nvSpPr>
          <p:cNvPr id="1048691" name="Down Arrow 1"/>
          <p:cNvSpPr/>
          <p:nvPr/>
        </p:nvSpPr>
        <p:spPr>
          <a:xfrm>
            <a:off x="1259632" y="1370264"/>
            <a:ext cx="6480720" cy="1080120"/>
          </a:xfrm>
          <a:prstGeom prst="downArrow">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15" name="Group 8"/>
          <p:cNvGrpSpPr/>
          <p:nvPr/>
        </p:nvGrpSpPr>
        <p:grpSpPr bwMode="auto">
          <a:xfrm>
            <a:off x="8362453" y="44624"/>
            <a:ext cx="818059" cy="720079"/>
            <a:chOff x="5424" y="3990"/>
            <a:chExt cx="267" cy="256"/>
          </a:xfrm>
        </p:grpSpPr>
        <p:pic>
          <p:nvPicPr>
            <p:cNvPr id="2097191" name="Picture 9" descr="radar"/>
            <p:cNvPicPr>
              <a:picLocks noChangeAspect="1" noChangeArrowheads="1" noCrop="1"/>
            </p:cNvPicPr>
            <p:nvPr/>
          </p:nvPicPr>
          <p:blipFill>
            <a:blip r:embed="rId3"/>
            <a:srcRect/>
            <a:stretch>
              <a:fillRect/>
            </a:stretch>
          </p:blipFill>
          <p:spPr bwMode="auto">
            <a:xfrm>
              <a:off x="5424" y="3990"/>
              <a:ext cx="267" cy="256"/>
            </a:xfrm>
            <a:prstGeom prst="rect">
              <a:avLst/>
            </a:prstGeom>
            <a:noFill/>
            <a:ln>
              <a:noFill/>
            </a:ln>
          </p:spPr>
        </p:pic>
        <p:sp>
          <p:nvSpPr>
            <p:cNvPr id="1048692" name="AutoShape 10"/>
            <p:cNvSpPr>
              <a:spLocks noChangeArrowheads="1"/>
            </p:cNvSpPr>
            <p:nvPr/>
          </p:nvSpPr>
          <p:spPr bwMode="auto">
            <a:xfrm>
              <a:off x="5459" y="4015"/>
              <a:ext cx="189" cy="207"/>
            </a:xfrm>
            <a:prstGeom prst="star16">
              <a:avLst>
                <a:gd name="adj" fmla="val 37500"/>
              </a:avLst>
            </a:prstGeom>
            <a:noFill/>
            <a:ln>
              <a:noFill/>
            </a:ln>
          </p:spPr>
          <p:txBody>
            <a:bodyPr wrap="none" lIns="91403" tIns="45701" rIns="91403" bIns="45701" anchor="ctr"/>
            <a:lstStyle/>
            <a:p>
              <a:pPr algn="ctr" fontAlgn="base">
                <a:spcBef>
                  <a:spcPct val="0"/>
                </a:spcBef>
                <a:spcAft>
                  <a:spcPct val="0"/>
                </a:spcAft>
              </a:pPr>
              <a:fld id="{7A236C3E-A36D-4FEE-B077-DD0AE1A2FFAE}" type="slidenum">
                <a:rPr lang="en-US" altLang="en-US" sz="2400" b="1">
                  <a:solidFill>
                    <a:srgbClr val="FFFF00"/>
                  </a:solidFill>
                  <a:latin typeface="Arial Black" pitchFamily="34" charset="0"/>
                </a:rPr>
                <a:pPr algn="ctr" fontAlgn="base">
                  <a:spcBef>
                    <a:spcPct val="0"/>
                  </a:spcBef>
                  <a:spcAft>
                    <a:spcPct val="0"/>
                  </a:spcAft>
                </a:pPr>
                <a:t>10</a:t>
              </a:fld>
              <a:endParaRPr lang="en-US" altLang="en-US" sz="2400" b="1" dirty="0">
                <a:solidFill>
                  <a:srgbClr val="FFFF00"/>
                </a:solidFill>
                <a:latin typeface="Arial Black" pitchFamily="34" charset="0"/>
              </a:endParaRPr>
            </a:p>
          </p:txBody>
        </p:sp>
      </p:grpSp>
    </p:spTree>
  </p:cSld>
  <p:clrMapOvr>
    <a:masterClrMapping/>
  </p:clrMapOvr>
  <p:transition>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92" name="Picture 2" descr="G:\2014\univ trisakti\3ADD8946AF1316DDA401FF08FEE46.jpg"/>
          <p:cNvPicPr>
            <a:picLocks noChangeAspect="1" noChangeArrowheads="1"/>
          </p:cNvPicPr>
          <p:nvPr/>
        </p:nvPicPr>
        <p:blipFill>
          <a:blip r:embed="rId2" cstate="print">
            <a:lum bright="-33000" contrast="-46000"/>
          </a:blip>
          <a:srcRect l="3756" r="7355"/>
          <a:stretch>
            <a:fillRect/>
          </a:stretch>
        </p:blipFill>
        <p:spPr bwMode="auto">
          <a:xfrm>
            <a:off x="0" y="0"/>
            <a:ext cx="9144000" cy="6858000"/>
          </a:xfrm>
          <a:prstGeom prst="rect">
            <a:avLst/>
          </a:prstGeom>
          <a:noFill/>
        </p:spPr>
      </p:pic>
      <p:sp>
        <p:nvSpPr>
          <p:cNvPr id="1048696" name="Rectangle 4"/>
          <p:cNvSpPr/>
          <p:nvPr/>
        </p:nvSpPr>
        <p:spPr>
          <a:xfrm>
            <a:off x="31711" y="0"/>
            <a:ext cx="9112289" cy="6885384"/>
          </a:xfrm>
          <a:prstGeom prst="rect">
            <a:avLst/>
          </a:prstGeom>
          <a:solidFill>
            <a:schemeClr val="dk1">
              <a:alpha val="46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d-ID">
              <a:solidFill>
                <a:prstClr val="white"/>
              </a:solidFill>
            </a:endParaRPr>
          </a:p>
        </p:txBody>
      </p:sp>
      <p:sp>
        <p:nvSpPr>
          <p:cNvPr id="1048697" name="Rectangle 6"/>
          <p:cNvSpPr/>
          <p:nvPr/>
        </p:nvSpPr>
        <p:spPr>
          <a:xfrm>
            <a:off x="1043608" y="1766426"/>
            <a:ext cx="6552728" cy="1488440"/>
          </a:xfrm>
          <a:prstGeom prst="rect">
            <a:avLst/>
          </a:prstGeom>
          <a:noFill/>
        </p:spPr>
        <p:txBody>
          <a:bodyPr wrap="square" lIns="91440" tIns="45720" rIns="91440" bIns="45720">
            <a:spAutoFit/>
            <a:scene3d>
              <a:camera prst="orthographicFront"/>
              <a:lightRig rig="glow" dir="tl">
                <a:rot lat="0" lon="0" rev="5400000"/>
              </a:lightRig>
            </a:scene3d>
            <a:sp3d contourW="12700">
              <a:contourClr>
                <a:schemeClr val="accent6">
                  <a:shade val="73000"/>
                </a:schemeClr>
              </a:contourClr>
            </a:sp3d>
          </a:bodyPr>
          <a:lstStyle/>
          <a:p>
            <a:pPr algn="ctr"/>
            <a:r>
              <a:rPr lang="id-ID" sz="4400" b="1" dirty="0">
                <a:solidFill>
                  <a:srgbClr val="FFFF00"/>
                </a:solidFill>
                <a:effectLst>
                  <a:glow rad="228600">
                    <a:schemeClr val="bg1">
                      <a:alpha val="40000"/>
                    </a:schemeClr>
                  </a:glow>
                </a:effectLst>
                <a:latin typeface="Segoe UI" pitchFamily="34" charset="0"/>
                <a:ea typeface="Segoe UI" pitchFamily="34" charset="0"/>
                <a:cs typeface="Segoe UI" pitchFamily="34" charset="0"/>
              </a:rPr>
              <a:t>CINTA TANAH AIR</a:t>
            </a:r>
          </a:p>
          <a:p>
            <a:pPr algn="ctr"/>
            <a:r>
              <a:rPr lang="id-ID" sz="4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Rockwell Extra Bold" pitchFamily="18" charset="0"/>
                <a:ea typeface="Segoe UI" pitchFamily="34" charset="0"/>
                <a:cs typeface="Segoe UI" pitchFamily="34" charset="0"/>
              </a:rPr>
              <a:t>(NKRI)</a:t>
            </a:r>
            <a:endParaRPr lang="en-US" sz="4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Rockwell Extra Bold" pitchFamily="18" charset="0"/>
              <a:ea typeface="Segoe UI" pitchFamily="34" charset="0"/>
              <a:cs typeface="Segoe UI" pitchFamily="34" charset="0"/>
            </a:endParaRPr>
          </a:p>
        </p:txBody>
      </p:sp>
      <p:sp>
        <p:nvSpPr>
          <p:cNvPr id="1048698" name="Rectangle 7"/>
          <p:cNvSpPr/>
          <p:nvPr/>
        </p:nvSpPr>
        <p:spPr>
          <a:xfrm>
            <a:off x="233772" y="4669393"/>
            <a:ext cx="8676456" cy="1938992"/>
          </a:xfrm>
          <a:prstGeom prst="rect">
            <a:avLst/>
          </a:prstGeom>
        </p:spPr>
        <p:txBody>
          <a:bodyPr wrap="square">
            <a:spAutoFit/>
          </a:bodyPr>
          <a:lstStyle/>
          <a:p>
            <a:pPr marL="285750" indent="-285750" algn="just">
              <a:spcBef>
                <a:spcPts val="1200"/>
              </a:spcBef>
              <a:buFontTx/>
              <a:buBlip>
                <a:blip r:embed="rId3"/>
              </a:buBlip>
            </a:pPr>
            <a:r>
              <a:rPr lang="id-ID" dirty="0">
                <a:solidFill>
                  <a:prstClr val="white"/>
                </a:solidFill>
                <a:latin typeface="Arial Black" pitchFamily="34" charset="0"/>
              </a:rPr>
              <a:t>Mengenal, memahami dan mencintai wilayah Indonesia.</a:t>
            </a:r>
          </a:p>
          <a:p>
            <a:pPr marL="285750" indent="-285750" algn="just">
              <a:spcBef>
                <a:spcPts val="1200"/>
              </a:spcBef>
              <a:buFontTx/>
              <a:buBlip>
                <a:blip r:embed="rId3"/>
              </a:buBlip>
            </a:pPr>
            <a:r>
              <a:rPr lang="id-ID" dirty="0">
                <a:solidFill>
                  <a:prstClr val="white"/>
                </a:solidFill>
                <a:latin typeface="Arial Black" pitchFamily="34" charset="0"/>
              </a:rPr>
              <a:t>Menjaga tanah dan seluruh ruang wilayah Indonesia.</a:t>
            </a:r>
          </a:p>
          <a:p>
            <a:pPr marL="285750" indent="-285750" algn="just">
              <a:spcBef>
                <a:spcPts val="1200"/>
              </a:spcBef>
              <a:buFontTx/>
              <a:buBlip>
                <a:blip r:embed="rId3"/>
              </a:buBlip>
            </a:pPr>
            <a:r>
              <a:rPr lang="id-ID" dirty="0">
                <a:solidFill>
                  <a:prstClr val="white"/>
                </a:solidFill>
                <a:latin typeface="Arial Black" pitchFamily="34" charset="0"/>
              </a:rPr>
              <a:t>Melestarikan dan mencintai lingkungan hidup, Memberikan kontribusi pada kemajuan Bangsa dan Negara Indonesia.</a:t>
            </a:r>
          </a:p>
          <a:p>
            <a:pPr marL="285750" indent="-285750" algn="just">
              <a:spcBef>
                <a:spcPts val="1200"/>
              </a:spcBef>
              <a:buFontTx/>
              <a:buBlip>
                <a:blip r:embed="rId3"/>
              </a:buBlip>
            </a:pPr>
            <a:r>
              <a:rPr lang="id-ID" dirty="0">
                <a:solidFill>
                  <a:prstClr val="white"/>
                </a:solidFill>
                <a:latin typeface="Arial Black" pitchFamily="34" charset="0"/>
              </a:rPr>
              <a:t>Menjaga nama baik Bangsa dan Negara Indonesia.</a:t>
            </a:r>
          </a:p>
        </p:txBody>
      </p:sp>
      <p:sp>
        <p:nvSpPr>
          <p:cNvPr id="1048699" name="Down Arrow 5"/>
          <p:cNvSpPr/>
          <p:nvPr/>
        </p:nvSpPr>
        <p:spPr>
          <a:xfrm>
            <a:off x="971600" y="3280322"/>
            <a:ext cx="6696744" cy="1300806"/>
          </a:xfrm>
          <a:prstGeom prst="downArrow">
            <a:avLst/>
          </a:prstGeom>
          <a:solidFill>
            <a:srgbClr val="00206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prstClr val="white"/>
              </a:solidFill>
            </a:endParaRPr>
          </a:p>
        </p:txBody>
      </p:sp>
      <p:grpSp>
        <p:nvGrpSpPr>
          <p:cNvPr id="119" name="Group 8"/>
          <p:cNvGrpSpPr/>
          <p:nvPr/>
        </p:nvGrpSpPr>
        <p:grpSpPr bwMode="auto">
          <a:xfrm>
            <a:off x="8362453" y="44624"/>
            <a:ext cx="818059" cy="720079"/>
            <a:chOff x="5424" y="3990"/>
            <a:chExt cx="267" cy="256"/>
          </a:xfrm>
        </p:grpSpPr>
        <p:pic>
          <p:nvPicPr>
            <p:cNvPr id="2097193" name="Picture 9" descr="radar"/>
            <p:cNvPicPr>
              <a:picLocks noChangeAspect="1" noChangeArrowheads="1" noCrop="1"/>
            </p:cNvPicPr>
            <p:nvPr/>
          </p:nvPicPr>
          <p:blipFill>
            <a:blip r:embed="rId4"/>
            <a:srcRect/>
            <a:stretch>
              <a:fillRect/>
            </a:stretch>
          </p:blipFill>
          <p:spPr bwMode="auto">
            <a:xfrm>
              <a:off x="5424" y="3990"/>
              <a:ext cx="267" cy="256"/>
            </a:xfrm>
            <a:prstGeom prst="rect">
              <a:avLst/>
            </a:prstGeom>
            <a:noFill/>
            <a:ln>
              <a:noFill/>
            </a:ln>
          </p:spPr>
        </p:pic>
        <p:sp>
          <p:nvSpPr>
            <p:cNvPr id="1048700" name="AutoShape 10"/>
            <p:cNvSpPr>
              <a:spLocks noChangeArrowheads="1"/>
            </p:cNvSpPr>
            <p:nvPr/>
          </p:nvSpPr>
          <p:spPr bwMode="auto">
            <a:xfrm>
              <a:off x="5459" y="4015"/>
              <a:ext cx="189" cy="207"/>
            </a:xfrm>
            <a:prstGeom prst="star16">
              <a:avLst>
                <a:gd name="adj" fmla="val 37500"/>
              </a:avLst>
            </a:prstGeom>
            <a:noFill/>
            <a:ln>
              <a:noFill/>
            </a:ln>
          </p:spPr>
          <p:txBody>
            <a:bodyPr wrap="none" lIns="91403" tIns="45701" rIns="91403" bIns="45701" anchor="ctr"/>
            <a:lstStyle/>
            <a:p>
              <a:pPr algn="ctr" fontAlgn="base">
                <a:spcBef>
                  <a:spcPct val="0"/>
                </a:spcBef>
                <a:spcAft>
                  <a:spcPct val="0"/>
                </a:spcAft>
              </a:pPr>
              <a:fld id="{7A236C3E-A36D-4FEE-B077-DD0AE1A2FFAE}" type="slidenum">
                <a:rPr lang="en-US" altLang="en-US" sz="2400" b="1">
                  <a:solidFill>
                    <a:srgbClr val="FFFF00"/>
                  </a:solidFill>
                  <a:latin typeface="Arial Black" pitchFamily="34" charset="0"/>
                </a:rPr>
                <a:pPr algn="ctr" fontAlgn="base">
                  <a:spcBef>
                    <a:spcPct val="0"/>
                  </a:spcBef>
                  <a:spcAft>
                    <a:spcPct val="0"/>
                  </a:spcAft>
                </a:pPr>
                <a:t>11</a:t>
              </a:fld>
              <a:endParaRPr lang="en-US" altLang="en-US" sz="2400" b="1" dirty="0">
                <a:solidFill>
                  <a:srgbClr val="FFFF00"/>
                </a:solidFill>
                <a:latin typeface="Arial Black" pitchFamily="34" charset="0"/>
              </a:endParaRPr>
            </a:p>
          </p:txBody>
        </p:sp>
      </p:grpSp>
      <p:sp>
        <p:nvSpPr>
          <p:cNvPr id="1048701" name="Rectangle 11"/>
          <p:cNvSpPr/>
          <p:nvPr/>
        </p:nvSpPr>
        <p:spPr>
          <a:xfrm>
            <a:off x="108520" y="427138"/>
            <a:ext cx="9144000" cy="698186"/>
          </a:xfrm>
          <a:prstGeom prst="rect">
            <a:avLst/>
          </a:prstGeom>
          <a:noFill/>
          <a:ln w="28575">
            <a:noFill/>
          </a:ln>
        </p:spPr>
        <p:txBody>
          <a:bodyPr wrap="square" lIns="81833" tIns="40917" rIns="81833" bIns="40917">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defTabSz="957451"/>
            <a:r>
              <a:rPr lang="id-ID" sz="4000" b="1" spc="236" dirty="0">
                <a:ln w="11430"/>
                <a:blipFill dpi="0" rotWithShape="1">
                  <a:blip r:embed="rId5"/>
                  <a:srcRect/>
                  <a:stretch>
                    <a:fillRect/>
                  </a:stretch>
                </a:blipFill>
                <a:effectLst>
                  <a:glow rad="228600">
                    <a:prstClr val="white">
                      <a:alpha val="40000"/>
                    </a:prstClr>
                  </a:glow>
                  <a:outerShdw blurRad="76200" dist="50800" dir="5400000" algn="tl" rotWithShape="0">
                    <a:srgbClr val="000000">
                      <a:alpha val="65000"/>
                    </a:srgbClr>
                  </a:outerShdw>
                </a:effectLst>
                <a:latin typeface="Berlin Sans FB Demi" pitchFamily="34" charset="0"/>
              </a:rPr>
              <a:t>NILAI2  WASBANG &amp; BELNEG </a:t>
            </a:r>
            <a:endParaRPr lang="en-US" sz="4000" b="1" spc="236" dirty="0">
              <a:ln w="11430"/>
              <a:blipFill dpi="0" rotWithShape="1">
                <a:blip r:embed="rId5"/>
                <a:srcRect/>
                <a:stretch>
                  <a:fillRect/>
                </a:stretch>
              </a:blipFill>
              <a:effectLst>
                <a:glow rad="228600">
                  <a:prstClr val="white">
                    <a:alpha val="40000"/>
                  </a:prstClr>
                </a:glow>
                <a:outerShdw blurRad="76200" dist="50800" dir="5400000" algn="tl" rotWithShape="0">
                  <a:srgbClr val="000000">
                    <a:alpha val="65000"/>
                  </a:srgbClr>
                </a:outerShdw>
              </a:effectLst>
              <a:latin typeface="Berlin Sans FB Demi"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2" name="Slide Number Placeholder 1"/>
          <p:cNvSpPr>
            <a:spLocks noGrp="1"/>
          </p:cNvSpPr>
          <p:nvPr>
            <p:ph type="sldNum" sz="quarter" idx="12"/>
          </p:nvPr>
        </p:nvSpPr>
        <p:spPr/>
        <p:txBody>
          <a:bodyPr/>
          <a:lstStyle/>
          <a:p>
            <a:fld id="{D81A60B0-18E4-4844-8F0C-80FAE1C1ADD8}" type="slidenum">
              <a:rPr lang="en-AU" smtClean="0">
                <a:solidFill>
                  <a:prstClr val="black">
                    <a:tint val="75000"/>
                  </a:prstClr>
                </a:solidFill>
              </a:rPr>
              <a:t>12</a:t>
            </a:fld>
            <a:endParaRPr lang="en-AU">
              <a:solidFill>
                <a:prstClr val="black">
                  <a:tint val="75000"/>
                </a:prstClr>
              </a:solidFill>
            </a:endParaRPr>
          </a:p>
        </p:txBody>
      </p:sp>
      <p:pic>
        <p:nvPicPr>
          <p:cNvPr id="2097194" name="Picture 3" descr="ancaman.jpg"/>
          <p:cNvPicPr>
            <a:picLocks noChangeAspect="1"/>
          </p:cNvPicPr>
          <p:nvPr/>
        </p:nvPicPr>
        <p:blipFill>
          <a:blip r:embed="rId2" cstate="print">
            <a:lum bright="-16000"/>
          </a:blip>
          <a:srcRect l="8800" r="8469"/>
          <a:stretch>
            <a:fillRect/>
          </a:stretch>
        </p:blipFill>
        <p:spPr>
          <a:xfrm>
            <a:off x="0" y="0"/>
            <a:ext cx="9144000" cy="6858000"/>
          </a:xfrm>
          <a:prstGeom prst="rect">
            <a:avLst/>
          </a:prstGeom>
        </p:spPr>
      </p:pic>
      <p:sp>
        <p:nvSpPr>
          <p:cNvPr id="1048703" name="Rectangle 4"/>
          <p:cNvSpPr/>
          <p:nvPr/>
        </p:nvSpPr>
        <p:spPr>
          <a:xfrm>
            <a:off x="0" y="0"/>
            <a:ext cx="9144000" cy="6858000"/>
          </a:xfrm>
          <a:prstGeom prst="rect">
            <a:avLst/>
          </a:prstGeom>
          <a:solidFill>
            <a:schemeClr val="dk1">
              <a:alpha val="58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d-ID"/>
          </a:p>
        </p:txBody>
      </p:sp>
      <p:sp>
        <p:nvSpPr>
          <p:cNvPr id="1048704" name="Rectangle 7"/>
          <p:cNvSpPr/>
          <p:nvPr/>
        </p:nvSpPr>
        <p:spPr>
          <a:xfrm>
            <a:off x="31713" y="1720843"/>
            <a:ext cx="8932777" cy="3444240"/>
          </a:xfrm>
          <a:prstGeom prst="rect">
            <a:avLst/>
          </a:prstGeom>
        </p:spPr>
        <p:txBody>
          <a:bodyPr wrap="square">
            <a:spAutoFit/>
          </a:bodyPr>
          <a:lstStyle/>
          <a:p>
            <a:pPr marL="285750" indent="-285750" algn="just">
              <a:buBlip>
                <a:blip r:embed="rId3"/>
              </a:buBlip>
            </a:pPr>
            <a:r>
              <a:rPr lang="id-ID" dirty="0">
                <a:solidFill>
                  <a:schemeClr val="bg1"/>
                </a:solidFill>
                <a:latin typeface="Arial Black" pitchFamily="34" charset="0"/>
              </a:rPr>
              <a:t>Membina kerukunan menjaga persatuan dan kesatuan dari lingkungan terkecil atau keluarga, lingkungan masyarakat, lingkungan pendidikan dan lingkungan kerja, mencintai budaya Bangsa dan produksi dalam negeri,</a:t>
            </a:r>
          </a:p>
          <a:p>
            <a:pPr algn="just"/>
            <a:endParaRPr lang="id-ID" dirty="0">
              <a:solidFill>
                <a:schemeClr val="bg1"/>
              </a:solidFill>
              <a:latin typeface="Arial Black" pitchFamily="34" charset="0"/>
            </a:endParaRPr>
          </a:p>
          <a:p>
            <a:pPr marL="285750" indent="-285750" algn="just">
              <a:buBlip>
                <a:blip r:embed="rId3"/>
              </a:buBlip>
            </a:pPr>
            <a:r>
              <a:rPr lang="id-ID" dirty="0">
                <a:solidFill>
                  <a:schemeClr val="bg1"/>
                </a:solidFill>
                <a:latin typeface="Arial Black" pitchFamily="34" charset="0"/>
              </a:rPr>
              <a:t>Mengakui, menghargai dan menghormati Bendera Merah Putih, Lambang Negara dan lagu kebangsaan Indonesia Raya, </a:t>
            </a:r>
          </a:p>
          <a:p>
            <a:pPr algn="just"/>
            <a:r>
              <a:rPr lang="id-ID" dirty="0">
                <a:solidFill>
                  <a:schemeClr val="bg1"/>
                </a:solidFill>
                <a:latin typeface="Arial Black" pitchFamily="34" charset="0"/>
              </a:rPr>
              <a:t> </a:t>
            </a:r>
          </a:p>
          <a:p>
            <a:pPr marL="285750" indent="-285750" algn="just">
              <a:buBlip>
                <a:blip r:embed="rId3"/>
              </a:buBlip>
            </a:pPr>
            <a:r>
              <a:rPr lang="id-ID" dirty="0">
                <a:solidFill>
                  <a:schemeClr val="bg1"/>
                </a:solidFill>
                <a:latin typeface="Arial Black" pitchFamily="34" charset="0"/>
              </a:rPr>
              <a:t>Menjalankan hak dan kewajiban sesuai peraturan dan perundang-undangan yang berlaku, </a:t>
            </a:r>
          </a:p>
          <a:p>
            <a:pPr algn="just"/>
            <a:r>
              <a:rPr lang="id-ID" dirty="0">
                <a:solidFill>
                  <a:schemeClr val="bg1"/>
                </a:solidFill>
                <a:latin typeface="Arial Black" pitchFamily="34" charset="0"/>
              </a:rPr>
              <a:t> </a:t>
            </a:r>
          </a:p>
          <a:p>
            <a:pPr marL="285750" indent="-285750" algn="just">
              <a:buBlip>
                <a:blip r:embed="rId3"/>
              </a:buBlip>
            </a:pPr>
            <a:r>
              <a:rPr lang="id-ID" dirty="0">
                <a:solidFill>
                  <a:schemeClr val="bg1"/>
                </a:solidFill>
                <a:latin typeface="Arial Black" pitchFamily="34" charset="0"/>
              </a:rPr>
              <a:t>Mengutamakan kepentingan Bangsa diatas kepentingan pribadi, keluarga dan golongan.</a:t>
            </a:r>
          </a:p>
        </p:txBody>
      </p:sp>
      <p:sp>
        <p:nvSpPr>
          <p:cNvPr id="1048705" name="Rectangle 8"/>
          <p:cNvSpPr/>
          <p:nvPr/>
        </p:nvSpPr>
        <p:spPr>
          <a:xfrm>
            <a:off x="31711" y="276846"/>
            <a:ext cx="9144000" cy="1234439"/>
          </a:xfrm>
          <a:prstGeom prst="rect">
            <a:avLst/>
          </a:prstGeom>
          <a:noFill/>
        </p:spPr>
        <p:txBody>
          <a:bodyPr wrap="square" lIns="91440" tIns="45720" rIns="91440" bIns="45720">
            <a:spAutoFit/>
            <a:scene3d>
              <a:camera prst="orthographicFront"/>
              <a:lightRig rig="glow" dir="tl">
                <a:rot lat="0" lon="0" rev="5400000"/>
              </a:lightRig>
            </a:scene3d>
            <a:sp3d contourW="12700">
              <a:contourClr>
                <a:schemeClr val="accent6">
                  <a:shade val="73000"/>
                </a:schemeClr>
              </a:contourClr>
            </a:sp3d>
          </a:bodyPr>
          <a:lstStyle/>
          <a:p>
            <a:pPr algn="ctr"/>
            <a:r>
              <a:rPr lang="id-ID" sz="3600" b="1" dirty="0">
                <a:ln>
                  <a:solidFill>
                    <a:schemeClr val="bg1"/>
                  </a:solidFill>
                </a:ln>
                <a:solidFill>
                  <a:srgbClr val="00B0F0"/>
                </a:solidFill>
                <a:effectLst>
                  <a:glow rad="228600">
                    <a:schemeClr val="bg1">
                      <a:alpha val="40000"/>
                    </a:schemeClr>
                  </a:glow>
                </a:effectLst>
                <a:latin typeface="Segoe UI" pitchFamily="34" charset="0"/>
                <a:ea typeface="Segoe UI" pitchFamily="34" charset="0"/>
                <a:cs typeface="Segoe UI" pitchFamily="34" charset="0"/>
              </a:rPr>
              <a:t>SADAR AKAN BERBANGSA DAN BERNEGARA</a:t>
            </a:r>
            <a:endParaRPr lang="en-US" sz="3600" b="1" dirty="0">
              <a:ln>
                <a:solidFill>
                  <a:schemeClr val="bg1"/>
                </a:solidFill>
              </a:ln>
              <a:solidFill>
                <a:srgbClr val="00B0F0"/>
              </a:solidFill>
              <a:effectLst>
                <a:glow rad="228600">
                  <a:schemeClr val="bg1">
                    <a:alpha val="40000"/>
                  </a:schemeClr>
                </a:glow>
              </a:effectLst>
              <a:latin typeface="Segoe UI" pitchFamily="34" charset="0"/>
              <a:ea typeface="Segoe UI" pitchFamily="34" charset="0"/>
              <a:cs typeface="Segoe UI" pitchFamily="34" charset="0"/>
            </a:endParaRPr>
          </a:p>
        </p:txBody>
      </p:sp>
      <p:grpSp>
        <p:nvGrpSpPr>
          <p:cNvPr id="121" name="Group 8"/>
          <p:cNvGrpSpPr/>
          <p:nvPr/>
        </p:nvGrpSpPr>
        <p:grpSpPr bwMode="auto">
          <a:xfrm>
            <a:off x="8362453" y="44624"/>
            <a:ext cx="818059" cy="720079"/>
            <a:chOff x="5424" y="3990"/>
            <a:chExt cx="267" cy="256"/>
          </a:xfrm>
        </p:grpSpPr>
        <p:pic>
          <p:nvPicPr>
            <p:cNvPr id="2097195" name="Picture 9" descr="radar"/>
            <p:cNvPicPr>
              <a:picLocks noChangeAspect="1" noChangeArrowheads="1" noCrop="1"/>
            </p:cNvPicPr>
            <p:nvPr/>
          </p:nvPicPr>
          <p:blipFill>
            <a:blip r:embed="rId4"/>
            <a:srcRect/>
            <a:stretch>
              <a:fillRect/>
            </a:stretch>
          </p:blipFill>
          <p:spPr bwMode="auto">
            <a:xfrm>
              <a:off x="5424" y="3990"/>
              <a:ext cx="267" cy="256"/>
            </a:xfrm>
            <a:prstGeom prst="rect">
              <a:avLst/>
            </a:prstGeom>
            <a:noFill/>
            <a:ln>
              <a:noFill/>
            </a:ln>
          </p:spPr>
        </p:pic>
        <p:sp>
          <p:nvSpPr>
            <p:cNvPr id="1048706" name="AutoShape 10"/>
            <p:cNvSpPr>
              <a:spLocks noChangeArrowheads="1"/>
            </p:cNvSpPr>
            <p:nvPr/>
          </p:nvSpPr>
          <p:spPr bwMode="auto">
            <a:xfrm>
              <a:off x="5459" y="4015"/>
              <a:ext cx="189" cy="207"/>
            </a:xfrm>
            <a:prstGeom prst="star16">
              <a:avLst>
                <a:gd name="adj" fmla="val 37500"/>
              </a:avLst>
            </a:prstGeom>
            <a:noFill/>
            <a:ln>
              <a:noFill/>
            </a:ln>
          </p:spPr>
          <p:txBody>
            <a:bodyPr wrap="none" lIns="91403" tIns="45701" rIns="91403" bIns="45701" anchor="ctr"/>
            <a:lstStyle/>
            <a:p>
              <a:pPr algn="ctr" fontAlgn="base">
                <a:spcBef>
                  <a:spcPct val="0"/>
                </a:spcBef>
                <a:spcAft>
                  <a:spcPct val="0"/>
                </a:spcAft>
              </a:pPr>
              <a:fld id="{7A236C3E-A36D-4FEE-B077-DD0AE1A2FFAE}" type="slidenum">
                <a:rPr lang="en-US" altLang="en-US" sz="2400" b="1">
                  <a:solidFill>
                    <a:srgbClr val="FFFF00"/>
                  </a:solidFill>
                  <a:latin typeface="Arial Black" pitchFamily="34" charset="0"/>
                </a:rPr>
                <a:pPr algn="ctr" fontAlgn="base">
                  <a:spcBef>
                    <a:spcPct val="0"/>
                  </a:spcBef>
                  <a:spcAft>
                    <a:spcPct val="0"/>
                  </a:spcAft>
                </a:pPr>
                <a:t>12</a:t>
              </a:fld>
              <a:endParaRPr lang="en-US" altLang="en-US" sz="2400" b="1" dirty="0">
                <a:solidFill>
                  <a:srgbClr val="FFFF00"/>
                </a:solidFill>
                <a:latin typeface="Arial Black"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nodeType="afterEffect">
                                  <p:stCondLst>
                                    <p:cond delay="0"/>
                                  </p:stCondLst>
                                  <p:childTnLst>
                                    <p:set>
                                      <p:cBhvr>
                                        <p:cTn id="6" dur="1" fill="hold">
                                          <p:stCondLst>
                                            <p:cond delay="0"/>
                                          </p:stCondLst>
                                        </p:cTn>
                                        <p:tgtEl>
                                          <p:spTgt spid="2097194"/>
                                        </p:tgtEl>
                                        <p:attrNameLst>
                                          <p:attrName>style.visibility</p:attrName>
                                        </p:attrNameLst>
                                      </p:cBhvr>
                                      <p:to>
                                        <p:strVal val="visible"/>
                                      </p:to>
                                    </p:set>
                                    <p:animEffect transition="in" filter="wedge">
                                      <p:cBhvr>
                                        <p:cTn id="7" dur="500"/>
                                        <p:tgtEl>
                                          <p:spTgt spid="2097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5" name="Rectangle 1"/>
          <p:cNvSpPr/>
          <p:nvPr/>
        </p:nvSpPr>
        <p:spPr>
          <a:xfrm>
            <a:off x="0" y="0"/>
            <a:ext cx="9144000" cy="6858000"/>
          </a:xfrm>
          <a:prstGeom prst="rect">
            <a:avLst/>
          </a:prstGeom>
          <a:solidFill>
            <a:schemeClr val="bg1">
              <a:lumMod val="75000"/>
            </a:schemeClr>
          </a:solidFill>
          <a:ln w="38100">
            <a:solidFill>
              <a:schemeClr val="tx1"/>
            </a:solidFill>
          </a:ln>
        </p:spPr>
        <p:style>
          <a:lnRef idx="0">
            <a:schemeClr val="accent4"/>
          </a:lnRef>
          <a:fillRef idx="3">
            <a:schemeClr val="accent4"/>
          </a:fillRef>
          <a:effectRef idx="3">
            <a:schemeClr val="accent4"/>
          </a:effectRef>
          <a:fontRef idx="minor">
            <a:schemeClr val="lt1"/>
          </a:fontRef>
        </p:style>
        <p:txBody>
          <a:bodyPr anchor="ctr"/>
          <a:lstStyle/>
          <a:p>
            <a:pPr algn="ctr" fontAlgn="base">
              <a:spcBef>
                <a:spcPct val="0"/>
              </a:spcBef>
              <a:spcAft>
                <a:spcPct val="0"/>
              </a:spcAft>
            </a:pPr>
            <a:endParaRPr lang="en-US" sz="2000" b="1">
              <a:solidFill>
                <a:srgbClr val="FFFFFF"/>
              </a:solidFill>
            </a:endParaRPr>
          </a:p>
        </p:txBody>
      </p:sp>
      <p:sp>
        <p:nvSpPr>
          <p:cNvPr id="1048716" name="Rectangle 24"/>
          <p:cNvSpPr/>
          <p:nvPr/>
        </p:nvSpPr>
        <p:spPr bwMode="auto">
          <a:xfrm>
            <a:off x="0" y="-24"/>
            <a:ext cx="9104678" cy="1214446"/>
          </a:xfrm>
          <a:prstGeom prst="rect">
            <a:avLst/>
          </a:prstGeom>
          <a:ln>
            <a:headEnd/>
            <a:tailEnd/>
          </a:ln>
        </p:spPr>
        <p:style>
          <a:lnRef idx="0">
            <a:schemeClr val="dk1"/>
          </a:lnRef>
          <a:fillRef idx="3">
            <a:schemeClr val="dk1"/>
          </a:fillRef>
          <a:effectRef idx="3">
            <a:schemeClr val="dk1"/>
          </a:effectRef>
          <a:fontRef idx="minor">
            <a:schemeClr val="lt1"/>
          </a:fontRef>
        </p:style>
        <p:txBody>
          <a:bodyPr/>
          <a:lstStyle/>
          <a:p>
            <a:pPr algn="ctr" fontAlgn="base">
              <a:spcBef>
                <a:spcPct val="0"/>
              </a:spcBef>
              <a:spcAft>
                <a:spcPct val="0"/>
              </a:spcAft>
            </a:pPr>
            <a:endParaRPr lang="en-US" sz="2000" b="1">
              <a:solidFill>
                <a:srgbClr val="FFFFFF"/>
              </a:solidFill>
            </a:endParaRPr>
          </a:p>
        </p:txBody>
      </p:sp>
      <p:pic>
        <p:nvPicPr>
          <p:cNvPr id="2097196" name="Picture 2" descr="ALFAN"/>
          <p:cNvPicPr>
            <a:picLocks noChangeAspect="1" noChangeArrowheads="1"/>
          </p:cNvPicPr>
          <p:nvPr/>
        </p:nvPicPr>
        <p:blipFill>
          <a:blip r:embed="rId2">
            <a:lum bright="20000"/>
          </a:blip>
          <a:srcRect/>
          <a:stretch>
            <a:fillRect/>
          </a:stretch>
        </p:blipFill>
        <p:spPr bwMode="auto">
          <a:xfrm>
            <a:off x="35171" y="0"/>
            <a:ext cx="9073662" cy="6858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048717" name="Rectangle 2"/>
          <p:cNvSpPr/>
          <p:nvPr/>
        </p:nvSpPr>
        <p:spPr bwMode="auto">
          <a:xfrm>
            <a:off x="-1" y="0"/>
            <a:ext cx="9108833" cy="6858000"/>
          </a:xfrm>
          <a:prstGeom prst="rect">
            <a:avLst/>
          </a:prstGeom>
          <a:solidFill>
            <a:schemeClr val="dk1">
              <a:alpha val="46000"/>
            </a:schemeClr>
          </a:solidFill>
          <a:ln>
            <a:headEnd type="none" w="med" len="med"/>
            <a:tailEnd type="none" w="med" len="med"/>
          </a:ln>
        </p:spPr>
        <p:style>
          <a:lnRef idx="2">
            <a:schemeClr val="dk1">
              <a:shade val="50000"/>
            </a:schemeClr>
          </a:lnRef>
          <a:fillRef idx="1">
            <a:schemeClr val="dk1"/>
          </a:fillRef>
          <a:effectRef idx="0">
            <a:schemeClr val="dk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1028700" rtl="0" eaLnBrk="1" fontAlgn="base" latinLnBrk="0" hangingPunct="1">
              <a:lnSpc>
                <a:spcPct val="100000"/>
              </a:lnSpc>
              <a:spcBef>
                <a:spcPct val="0"/>
              </a:spcBef>
              <a:spcAft>
                <a:spcPct val="0"/>
              </a:spcAft>
              <a:buClrTx/>
              <a:buSzTx/>
              <a:buFontTx/>
              <a:buNone/>
            </a:pPr>
            <a:endParaRPr kumimoji="0" lang="id-ID" sz="2000" b="1" i="0" u="none" strike="noStrike" cap="none" normalizeH="0" baseline="0" dirty="0">
              <a:ln>
                <a:noFill/>
              </a:ln>
              <a:solidFill>
                <a:schemeClr val="tx1"/>
              </a:solidFill>
              <a:effectLst/>
              <a:latin typeface="Arial Black" pitchFamily="34" charset="0"/>
            </a:endParaRPr>
          </a:p>
        </p:txBody>
      </p:sp>
      <p:sp>
        <p:nvSpPr>
          <p:cNvPr id="1048718" name="TextBox 3"/>
          <p:cNvSpPr txBox="1"/>
          <p:nvPr/>
        </p:nvSpPr>
        <p:spPr>
          <a:xfrm>
            <a:off x="35171" y="3933056"/>
            <a:ext cx="5573521" cy="2275840"/>
          </a:xfrm>
          <a:prstGeom prst="rect">
            <a:avLst/>
          </a:prstGeom>
          <a:solidFill>
            <a:schemeClr val="tx1">
              <a:alpha val="70000"/>
            </a:schemeClr>
          </a:solidFill>
        </p:spPr>
        <p:txBody>
          <a:bodyPr wrap="square" rtlCol="0">
            <a:spAutoFit/>
          </a:bodyPr>
          <a:lstStyle/>
          <a:p>
            <a:pPr marL="285750" indent="-285750" algn="just">
              <a:spcBef>
                <a:spcPts val="600"/>
              </a:spcBef>
              <a:buBlip>
                <a:blip r:embed="rId3"/>
              </a:buBlip>
            </a:pPr>
            <a:r>
              <a:rPr lang="id-ID" dirty="0">
                <a:solidFill>
                  <a:schemeClr val="bg1"/>
                </a:solidFill>
                <a:latin typeface="Arial Black" pitchFamily="34" charset="0"/>
              </a:rPr>
              <a:t>Memahami hakekat atau nilai dalam Pancasila.</a:t>
            </a:r>
          </a:p>
          <a:p>
            <a:pPr marL="285750" indent="-285750" algn="just">
              <a:spcBef>
                <a:spcPts val="600"/>
              </a:spcBef>
              <a:buBlip>
                <a:blip r:embed="rId3"/>
              </a:buBlip>
            </a:pPr>
            <a:r>
              <a:rPr lang="id-ID" dirty="0">
                <a:solidFill>
                  <a:schemeClr val="bg1"/>
                </a:solidFill>
                <a:latin typeface="Arial Black" pitchFamily="34" charset="0"/>
              </a:rPr>
              <a:t>Melaksanakan nilai Pancasila dalam kehidupan sehari hari.</a:t>
            </a:r>
          </a:p>
          <a:p>
            <a:pPr marL="285750" indent="-285750" algn="just">
              <a:spcBef>
                <a:spcPts val="600"/>
              </a:spcBef>
              <a:buBlip>
                <a:blip r:embed="rId3"/>
              </a:buBlip>
            </a:pPr>
            <a:r>
              <a:rPr lang="id-ID" dirty="0">
                <a:solidFill>
                  <a:schemeClr val="bg1"/>
                </a:solidFill>
                <a:latin typeface="Arial Black" pitchFamily="34" charset="0"/>
              </a:rPr>
              <a:t>Menjadikan Pancasila sebagai pemersatu Bangsa dan Negara serta yakin pada kebenaran Pancasila sebagai Ideologi Negara.</a:t>
            </a:r>
          </a:p>
          <a:p>
            <a:pPr marL="285750" indent="-285750" algn="just">
              <a:spcBef>
                <a:spcPts val="600"/>
              </a:spcBef>
              <a:buBlip>
                <a:blip r:embed="rId3"/>
              </a:buBlip>
            </a:pPr>
            <a:endParaRPr lang="id-ID" dirty="0">
              <a:solidFill>
                <a:schemeClr val="bg1"/>
              </a:solidFill>
              <a:latin typeface="Arial Black" pitchFamily="34" charset="0"/>
            </a:endParaRPr>
          </a:p>
        </p:txBody>
      </p:sp>
      <p:sp>
        <p:nvSpPr>
          <p:cNvPr id="1048719" name="Rectangle 11"/>
          <p:cNvSpPr/>
          <p:nvPr/>
        </p:nvSpPr>
        <p:spPr>
          <a:xfrm>
            <a:off x="107504" y="3030051"/>
            <a:ext cx="5260369" cy="830997"/>
          </a:xfrm>
          <a:prstGeom prst="rect">
            <a:avLst/>
          </a:prstGeom>
          <a:noFill/>
        </p:spPr>
        <p:txBody>
          <a:bodyPr wrap="square" lIns="91440" tIns="45720" rIns="91440" bIns="45720">
            <a:spAutoFit/>
          </a:bodyPr>
          <a:lstStyle/>
          <a:p>
            <a:pPr algn="ctr"/>
            <a:r>
              <a:rPr lang="id-ID" sz="2400" b="1" dirty="0">
                <a:ln w="1905"/>
                <a:solidFill>
                  <a:srgbClr val="FFFF00"/>
                </a:solidFill>
                <a:effectLst>
                  <a:innerShdw blurRad="69850" dist="43180" dir="5400000">
                    <a:srgbClr val="000000">
                      <a:alpha val="65000"/>
                    </a:srgbClr>
                  </a:innerShdw>
                </a:effectLst>
                <a:latin typeface="Arial" pitchFamily="34" charset="0"/>
                <a:ea typeface="Segoe UI" pitchFamily="34" charset="0"/>
                <a:cs typeface="Arial" pitchFamily="34" charset="0"/>
              </a:rPr>
              <a:t>YAKIN KEPADA PANCASILA SEBAGAI IDEOLOGI NEGARA</a:t>
            </a:r>
            <a:endParaRPr lang="en-US" sz="2400" b="1" dirty="0">
              <a:ln w="1905"/>
              <a:solidFill>
                <a:srgbClr val="FFFF00"/>
              </a:solidFill>
              <a:effectLst>
                <a:innerShdw blurRad="69850" dist="43180" dir="5400000">
                  <a:srgbClr val="000000">
                    <a:alpha val="65000"/>
                  </a:srgbClr>
                </a:innerShdw>
              </a:effectLst>
              <a:latin typeface="Arial" pitchFamily="34" charset="0"/>
              <a:ea typeface="Segoe UI" pitchFamily="34" charset="0"/>
              <a:cs typeface="Arial" pitchFamily="34" charset="0"/>
            </a:endParaRPr>
          </a:p>
        </p:txBody>
      </p:sp>
      <p:pic>
        <p:nvPicPr>
          <p:cNvPr id="2097197" name="Picture 7" descr="garuda"/>
          <p:cNvPicPr>
            <a:picLocks noChangeAspect="1" noChangeArrowheads="1"/>
          </p:cNvPicPr>
          <p:nvPr/>
        </p:nvPicPr>
        <p:blipFill>
          <a:blip r:embed="rId4" cstate="print">
            <a:lum bright="20000" contrast="20000"/>
          </a:blip>
          <a:srcRect/>
          <a:stretch>
            <a:fillRect/>
          </a:stretch>
        </p:blipFill>
        <p:spPr bwMode="auto">
          <a:xfrm>
            <a:off x="5469906" y="607198"/>
            <a:ext cx="3674094" cy="4911835"/>
          </a:xfrm>
          <a:prstGeom prst="rect">
            <a:avLst/>
          </a:prstGeom>
          <a:noFill/>
          <a:effectLst>
            <a:glow rad="139700">
              <a:schemeClr val="tx1">
                <a:alpha val="40000"/>
              </a:schemeClr>
            </a:glow>
            <a:outerShdw blurRad="50800" dist="38100" dir="2700000" algn="tl" rotWithShape="0">
              <a:prstClr val="black">
                <a:alpha val="40000"/>
              </a:prstClr>
            </a:outerShdw>
          </a:effectLst>
        </p:spPr>
      </p:pic>
      <p:grpSp>
        <p:nvGrpSpPr>
          <p:cNvPr id="136" name="Group 8"/>
          <p:cNvGrpSpPr/>
          <p:nvPr/>
        </p:nvGrpSpPr>
        <p:grpSpPr bwMode="auto">
          <a:xfrm>
            <a:off x="8362453" y="44624"/>
            <a:ext cx="818059" cy="720079"/>
            <a:chOff x="5424" y="3990"/>
            <a:chExt cx="267" cy="256"/>
          </a:xfrm>
        </p:grpSpPr>
        <p:pic>
          <p:nvPicPr>
            <p:cNvPr id="2097198" name="Picture 9" descr="radar"/>
            <p:cNvPicPr>
              <a:picLocks noChangeAspect="1" noChangeArrowheads="1" noCrop="1"/>
            </p:cNvPicPr>
            <p:nvPr/>
          </p:nvPicPr>
          <p:blipFill>
            <a:blip r:embed="rId5"/>
            <a:srcRect/>
            <a:stretch>
              <a:fillRect/>
            </a:stretch>
          </p:blipFill>
          <p:spPr bwMode="auto">
            <a:xfrm>
              <a:off x="5424" y="3990"/>
              <a:ext cx="267" cy="256"/>
            </a:xfrm>
            <a:prstGeom prst="rect">
              <a:avLst/>
            </a:prstGeom>
            <a:noFill/>
            <a:ln>
              <a:noFill/>
            </a:ln>
          </p:spPr>
        </p:pic>
        <p:sp>
          <p:nvSpPr>
            <p:cNvPr id="1048720" name="AutoShape 10"/>
            <p:cNvSpPr>
              <a:spLocks noChangeArrowheads="1"/>
            </p:cNvSpPr>
            <p:nvPr/>
          </p:nvSpPr>
          <p:spPr bwMode="auto">
            <a:xfrm>
              <a:off x="5459" y="4015"/>
              <a:ext cx="189" cy="207"/>
            </a:xfrm>
            <a:prstGeom prst="star16">
              <a:avLst>
                <a:gd name="adj" fmla="val 37500"/>
              </a:avLst>
            </a:prstGeom>
            <a:noFill/>
            <a:ln>
              <a:noFill/>
            </a:ln>
          </p:spPr>
          <p:txBody>
            <a:bodyPr wrap="none" lIns="91403" tIns="45701" rIns="91403" bIns="45701" anchor="ctr"/>
            <a:lstStyle/>
            <a:p>
              <a:pPr algn="ctr" fontAlgn="base">
                <a:spcBef>
                  <a:spcPct val="0"/>
                </a:spcBef>
                <a:spcAft>
                  <a:spcPct val="0"/>
                </a:spcAft>
              </a:pPr>
              <a:fld id="{7A236C3E-A36D-4FEE-B077-DD0AE1A2FFAE}" type="slidenum">
                <a:rPr lang="en-US" altLang="en-US" sz="2400" b="1">
                  <a:solidFill>
                    <a:srgbClr val="FFFF00"/>
                  </a:solidFill>
                  <a:latin typeface="Arial Black" pitchFamily="34" charset="0"/>
                </a:rPr>
                <a:pPr algn="ctr" fontAlgn="base">
                  <a:spcBef>
                    <a:spcPct val="0"/>
                  </a:spcBef>
                  <a:spcAft>
                    <a:spcPct val="0"/>
                  </a:spcAft>
                </a:pPr>
                <a:t>13</a:t>
              </a:fld>
              <a:endParaRPr lang="en-US" altLang="en-US" sz="2400" b="1" dirty="0">
                <a:solidFill>
                  <a:srgbClr val="FFFF00"/>
                </a:solidFill>
                <a:latin typeface="Arial Black" pitchFamily="34" charset="0"/>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99" name="Picture 2" descr="C:\Users\WAHYUDI\Documents\inilah-4-pahlawan-nasional-tahun-2017-yang-perlu-kamu-kenali-of-gambar-pahlawan.jpg"/>
          <p:cNvPicPr>
            <a:picLocks noChangeAspect="1" noChangeArrowheads="1"/>
          </p:cNvPicPr>
          <p:nvPr/>
        </p:nvPicPr>
        <p:blipFill>
          <a:blip r:embed="rId2"/>
          <a:srcRect/>
          <a:stretch>
            <a:fillRect/>
          </a:stretch>
        </p:blipFill>
        <p:spPr bwMode="auto">
          <a:xfrm>
            <a:off x="0" y="0"/>
            <a:ext cx="9143999" cy="6858000"/>
          </a:xfrm>
          <a:prstGeom prst="rect">
            <a:avLst/>
          </a:prstGeom>
          <a:noFill/>
        </p:spPr>
      </p:pic>
      <p:sp>
        <p:nvSpPr>
          <p:cNvPr id="1048721" name="Rectangle 2"/>
          <p:cNvSpPr/>
          <p:nvPr/>
        </p:nvSpPr>
        <p:spPr bwMode="auto">
          <a:xfrm>
            <a:off x="0" y="0"/>
            <a:ext cx="9143999" cy="6858000"/>
          </a:xfrm>
          <a:prstGeom prst="rect">
            <a:avLst/>
          </a:prstGeom>
          <a:solidFill>
            <a:schemeClr val="dk1">
              <a:alpha val="59000"/>
            </a:schemeClr>
          </a:solidFill>
          <a:ln>
            <a:headEnd type="none" w="med" len="med"/>
            <a:tailEnd type="none" w="med" len="med"/>
          </a:ln>
        </p:spPr>
        <p:style>
          <a:lnRef idx="2">
            <a:schemeClr val="dk1">
              <a:shade val="50000"/>
            </a:schemeClr>
          </a:lnRef>
          <a:fillRef idx="1">
            <a:schemeClr val="dk1"/>
          </a:fillRef>
          <a:effectRef idx="0">
            <a:schemeClr val="dk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1028700" rtl="0" eaLnBrk="1" fontAlgn="base" latinLnBrk="0" hangingPunct="1">
              <a:lnSpc>
                <a:spcPct val="100000"/>
              </a:lnSpc>
              <a:spcBef>
                <a:spcPct val="0"/>
              </a:spcBef>
              <a:spcAft>
                <a:spcPct val="0"/>
              </a:spcAft>
              <a:buClrTx/>
              <a:buSzTx/>
              <a:buFontTx/>
              <a:buNone/>
            </a:pPr>
            <a:endParaRPr kumimoji="0" lang="id-ID" sz="2000" b="1" i="0" u="none" strike="noStrike" cap="none" normalizeH="0" baseline="0">
              <a:ln>
                <a:noFill/>
              </a:ln>
              <a:solidFill>
                <a:schemeClr val="tx1"/>
              </a:solidFill>
              <a:effectLst/>
              <a:latin typeface="Arial Black" pitchFamily="34" charset="0"/>
            </a:endParaRPr>
          </a:p>
        </p:txBody>
      </p:sp>
      <p:sp>
        <p:nvSpPr>
          <p:cNvPr id="1048722" name="Rectangle 5"/>
          <p:cNvSpPr/>
          <p:nvPr/>
        </p:nvSpPr>
        <p:spPr>
          <a:xfrm>
            <a:off x="64313" y="2636912"/>
            <a:ext cx="9143999" cy="3837939"/>
          </a:xfrm>
          <a:prstGeom prst="rect">
            <a:avLst/>
          </a:prstGeom>
          <a:noFill/>
        </p:spPr>
        <p:txBody>
          <a:bodyPr wrap="square">
            <a:spAutoFit/>
          </a:bodyPr>
          <a:lstStyle/>
          <a:p>
            <a:pPr marL="342900" indent="-342900">
              <a:buBlip>
                <a:blip r:embed="rId3"/>
              </a:buBlip>
            </a:pPr>
            <a:r>
              <a:rPr lang="id-ID" sz="2400" b="1" dirty="0">
                <a:solidFill>
                  <a:schemeClr val="bg1"/>
                </a:solidFill>
                <a:latin typeface="Adobe Gothic Std B" pitchFamily="34" charset="-128"/>
                <a:ea typeface="Adobe Gothic Std B" pitchFamily="34" charset="-128"/>
              </a:rPr>
              <a:t>Bersedia mengorbankan waktu, tenaga dan pikiran untuk kemajuan Bangsa dan Negara, </a:t>
            </a:r>
          </a:p>
          <a:p>
            <a:endParaRPr lang="id-ID" sz="2000" b="1" dirty="0">
              <a:solidFill>
                <a:schemeClr val="bg1"/>
              </a:solidFill>
              <a:latin typeface="Adobe Gothic Std B" pitchFamily="34" charset="-128"/>
              <a:ea typeface="Adobe Gothic Std B" pitchFamily="34" charset="-128"/>
            </a:endParaRPr>
          </a:p>
          <a:p>
            <a:pPr marL="342900" indent="-342900">
              <a:buBlip>
                <a:blip r:embed="rId3"/>
              </a:buBlip>
            </a:pPr>
            <a:r>
              <a:rPr lang="id-ID" sz="2400" b="1" dirty="0">
                <a:solidFill>
                  <a:schemeClr val="bg1"/>
                </a:solidFill>
                <a:latin typeface="Adobe Gothic Std B" pitchFamily="34" charset="-128"/>
                <a:ea typeface="Adobe Gothic Std B" pitchFamily="34" charset="-128"/>
              </a:rPr>
              <a:t>Siap mengorbankan jiwa dan raga demi membela bangsa dan Negara dari berbagai ancaman, berpastisipasi aktif dalam pembangunan masyarakat, Bangsa dan Negara, </a:t>
            </a:r>
          </a:p>
          <a:p>
            <a:r>
              <a:rPr lang="id-ID" sz="2400" b="1" dirty="0">
                <a:solidFill>
                  <a:schemeClr val="bg1"/>
                </a:solidFill>
                <a:latin typeface="Adobe Gothic Std B" pitchFamily="34" charset="-128"/>
                <a:ea typeface="Adobe Gothic Std B" pitchFamily="34" charset="-128"/>
              </a:rPr>
              <a:t> </a:t>
            </a:r>
          </a:p>
          <a:p>
            <a:pPr marL="342900" indent="-342900">
              <a:buBlip>
                <a:blip r:embed="rId3"/>
              </a:buBlip>
            </a:pPr>
            <a:r>
              <a:rPr lang="id-ID" sz="2400" b="1" dirty="0">
                <a:solidFill>
                  <a:schemeClr val="bg1"/>
                </a:solidFill>
                <a:latin typeface="Adobe Gothic Std B" pitchFamily="34" charset="-128"/>
                <a:ea typeface="Adobe Gothic Std B" pitchFamily="34" charset="-128"/>
              </a:rPr>
              <a:t>Gemar membantu sesama warga Negara yang mengalami kesulitan dan yakin dan percaya bahwa pengorbanan untuk Bangsa dan Negara tidak sia-sia.</a:t>
            </a:r>
          </a:p>
        </p:txBody>
      </p:sp>
      <p:sp>
        <p:nvSpPr>
          <p:cNvPr id="1048723" name="Rectangle 6"/>
          <p:cNvSpPr/>
          <p:nvPr/>
        </p:nvSpPr>
        <p:spPr>
          <a:xfrm>
            <a:off x="82286" y="521385"/>
            <a:ext cx="9050697" cy="1361440"/>
          </a:xfrm>
          <a:prstGeom prst="rect">
            <a:avLst/>
          </a:prstGeom>
          <a:noFill/>
        </p:spPr>
        <p:txBody>
          <a:bodyPr wrap="square" lIns="91440" tIns="45720" rIns="91440" bIns="45720">
            <a:spAutoFit/>
            <a:scene3d>
              <a:camera prst="orthographicFront"/>
              <a:lightRig rig="glow" dir="tl">
                <a:rot lat="0" lon="0" rev="5400000"/>
              </a:lightRig>
            </a:scene3d>
            <a:sp3d contourW="12700">
              <a:contourClr>
                <a:schemeClr val="accent6">
                  <a:shade val="73000"/>
                </a:schemeClr>
              </a:contourClr>
            </a:sp3d>
          </a:bodyPr>
          <a:lstStyle/>
          <a:p>
            <a:pPr algn="ctr"/>
            <a:r>
              <a:rPr lang="id-ID" sz="4000" b="1" dirty="0">
                <a:ln>
                  <a:solidFill>
                    <a:schemeClr val="bg1"/>
                  </a:solidFill>
                </a:ln>
                <a:effectLst>
                  <a:glow rad="228600">
                    <a:schemeClr val="bg1">
                      <a:alpha val="40000"/>
                    </a:schemeClr>
                  </a:glow>
                </a:effectLst>
                <a:latin typeface="Segoe UI" pitchFamily="34" charset="0"/>
                <a:ea typeface="Segoe UI" pitchFamily="34" charset="0"/>
                <a:cs typeface="Segoe UI" pitchFamily="34" charset="0"/>
              </a:rPr>
              <a:t>RELA BERKORBAN UNTUK BANGSA DAN NEGARA</a:t>
            </a:r>
            <a:endParaRPr lang="en-US" sz="4000" b="1" dirty="0">
              <a:ln>
                <a:solidFill>
                  <a:schemeClr val="bg1"/>
                </a:solidFill>
              </a:ln>
              <a:effectLst>
                <a:glow rad="228600">
                  <a:schemeClr val="bg1">
                    <a:alpha val="40000"/>
                  </a:schemeClr>
                </a:glow>
              </a:effectLst>
              <a:latin typeface="Segoe UI" pitchFamily="34" charset="0"/>
              <a:ea typeface="Segoe UI" pitchFamily="34" charset="0"/>
              <a:cs typeface="Segoe UI" pitchFamily="34" charset="0"/>
            </a:endParaRPr>
          </a:p>
        </p:txBody>
      </p:sp>
      <p:grpSp>
        <p:nvGrpSpPr>
          <p:cNvPr id="138" name="Group 8"/>
          <p:cNvGrpSpPr/>
          <p:nvPr/>
        </p:nvGrpSpPr>
        <p:grpSpPr bwMode="auto">
          <a:xfrm>
            <a:off x="8362453" y="44624"/>
            <a:ext cx="818059" cy="720079"/>
            <a:chOff x="5424" y="3990"/>
            <a:chExt cx="267" cy="256"/>
          </a:xfrm>
        </p:grpSpPr>
        <p:pic>
          <p:nvPicPr>
            <p:cNvPr id="2097200" name="Picture 9" descr="radar"/>
            <p:cNvPicPr>
              <a:picLocks noChangeAspect="1" noChangeArrowheads="1" noCrop="1"/>
            </p:cNvPicPr>
            <p:nvPr/>
          </p:nvPicPr>
          <p:blipFill>
            <a:blip r:embed="rId4"/>
            <a:srcRect/>
            <a:stretch>
              <a:fillRect/>
            </a:stretch>
          </p:blipFill>
          <p:spPr bwMode="auto">
            <a:xfrm>
              <a:off x="5424" y="3990"/>
              <a:ext cx="267" cy="256"/>
            </a:xfrm>
            <a:prstGeom prst="rect">
              <a:avLst/>
            </a:prstGeom>
            <a:noFill/>
            <a:ln>
              <a:noFill/>
            </a:ln>
          </p:spPr>
        </p:pic>
        <p:sp>
          <p:nvSpPr>
            <p:cNvPr id="1048724" name="AutoShape 10"/>
            <p:cNvSpPr>
              <a:spLocks noChangeArrowheads="1"/>
            </p:cNvSpPr>
            <p:nvPr/>
          </p:nvSpPr>
          <p:spPr bwMode="auto">
            <a:xfrm>
              <a:off x="5459" y="4015"/>
              <a:ext cx="189" cy="207"/>
            </a:xfrm>
            <a:prstGeom prst="star16">
              <a:avLst>
                <a:gd name="adj" fmla="val 37500"/>
              </a:avLst>
            </a:prstGeom>
            <a:noFill/>
            <a:ln>
              <a:noFill/>
            </a:ln>
          </p:spPr>
          <p:txBody>
            <a:bodyPr wrap="none" lIns="91403" tIns="45701" rIns="91403" bIns="45701" anchor="ctr"/>
            <a:lstStyle/>
            <a:p>
              <a:pPr algn="ctr" fontAlgn="base">
                <a:spcBef>
                  <a:spcPct val="0"/>
                </a:spcBef>
                <a:spcAft>
                  <a:spcPct val="0"/>
                </a:spcAft>
              </a:pPr>
              <a:fld id="{7A236C3E-A36D-4FEE-B077-DD0AE1A2FFAE}" type="slidenum">
                <a:rPr lang="en-US" altLang="en-US" sz="2400" b="1">
                  <a:solidFill>
                    <a:srgbClr val="FFFF00"/>
                  </a:solidFill>
                  <a:latin typeface="Arial Black" pitchFamily="34" charset="0"/>
                </a:rPr>
                <a:pPr algn="ctr" fontAlgn="base">
                  <a:spcBef>
                    <a:spcPct val="0"/>
                  </a:spcBef>
                  <a:spcAft>
                    <a:spcPct val="0"/>
                  </a:spcAft>
                </a:pPr>
                <a:t>14</a:t>
              </a:fld>
              <a:endParaRPr lang="en-US" altLang="en-US" sz="2400" b="1" dirty="0">
                <a:solidFill>
                  <a:srgbClr val="FFFF00"/>
                </a:solidFill>
                <a:latin typeface="Arial Black" pitchFamily="34" charset="0"/>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201" name="Picture 64" descr="stars"/>
          <p:cNvPicPr>
            <a:picLocks noChangeAspect="1" noChangeArrowheads="1" noCrop="1"/>
          </p:cNvPicPr>
          <p:nvPr/>
        </p:nvPicPr>
        <p:blipFill>
          <a:blip r:embed="rId3"/>
          <a:srcRect/>
          <a:stretch>
            <a:fillRect/>
          </a:stretch>
        </p:blipFill>
        <p:spPr bwMode="auto">
          <a:xfrm rot="8302339">
            <a:off x="452764" y="5724490"/>
            <a:ext cx="560952" cy="458055"/>
          </a:xfrm>
          <a:prstGeom prst="rect">
            <a:avLst/>
          </a:prstGeom>
          <a:noFill/>
          <a:ln w="9525">
            <a:noFill/>
            <a:miter lim="800000"/>
            <a:headEnd/>
            <a:tailEnd/>
          </a:ln>
        </p:spPr>
      </p:pic>
      <p:pic>
        <p:nvPicPr>
          <p:cNvPr id="2097202" name="Picture 64" descr="stars"/>
          <p:cNvPicPr>
            <a:picLocks noChangeAspect="1" noChangeArrowheads="1" noCrop="1"/>
          </p:cNvPicPr>
          <p:nvPr/>
        </p:nvPicPr>
        <p:blipFill>
          <a:blip r:embed="rId3"/>
          <a:srcRect/>
          <a:stretch>
            <a:fillRect/>
          </a:stretch>
        </p:blipFill>
        <p:spPr bwMode="auto">
          <a:xfrm rot="8302339">
            <a:off x="605164" y="5310089"/>
            <a:ext cx="560952" cy="458055"/>
          </a:xfrm>
          <a:prstGeom prst="rect">
            <a:avLst/>
          </a:prstGeom>
          <a:noFill/>
          <a:ln w="9525">
            <a:noFill/>
            <a:miter lim="800000"/>
            <a:headEnd/>
            <a:tailEnd/>
          </a:ln>
        </p:spPr>
      </p:pic>
      <p:pic>
        <p:nvPicPr>
          <p:cNvPr id="2097203" name="Picture 64" descr="stars"/>
          <p:cNvPicPr>
            <a:picLocks noChangeAspect="1" noChangeArrowheads="1" noCrop="1"/>
          </p:cNvPicPr>
          <p:nvPr/>
        </p:nvPicPr>
        <p:blipFill>
          <a:blip r:embed="rId3"/>
          <a:srcRect/>
          <a:stretch>
            <a:fillRect/>
          </a:stretch>
        </p:blipFill>
        <p:spPr bwMode="auto">
          <a:xfrm rot="8302339">
            <a:off x="5129723" y="1599774"/>
            <a:ext cx="560952" cy="458055"/>
          </a:xfrm>
          <a:prstGeom prst="rect">
            <a:avLst/>
          </a:prstGeom>
          <a:noFill/>
          <a:ln w="9525">
            <a:noFill/>
            <a:miter lim="800000"/>
            <a:headEnd/>
            <a:tailEnd/>
          </a:ln>
        </p:spPr>
      </p:pic>
      <p:pic>
        <p:nvPicPr>
          <p:cNvPr id="2097204" name="Picture 64" descr="stars"/>
          <p:cNvPicPr>
            <a:picLocks noChangeAspect="1" noChangeArrowheads="1" noCrop="1"/>
          </p:cNvPicPr>
          <p:nvPr/>
        </p:nvPicPr>
        <p:blipFill>
          <a:blip r:embed="rId3"/>
          <a:srcRect/>
          <a:stretch>
            <a:fillRect/>
          </a:stretch>
        </p:blipFill>
        <p:spPr bwMode="auto">
          <a:xfrm rot="8302339">
            <a:off x="3738915" y="1639387"/>
            <a:ext cx="560952" cy="458055"/>
          </a:xfrm>
          <a:prstGeom prst="rect">
            <a:avLst/>
          </a:prstGeom>
          <a:noFill/>
          <a:ln w="9525">
            <a:noFill/>
            <a:miter lim="800000"/>
            <a:headEnd/>
            <a:tailEnd/>
          </a:ln>
        </p:spPr>
      </p:pic>
      <p:pic>
        <p:nvPicPr>
          <p:cNvPr id="2097205" name="Picture 64" descr="stars"/>
          <p:cNvPicPr>
            <a:picLocks noChangeAspect="1" noChangeArrowheads="1" noCrop="1"/>
          </p:cNvPicPr>
          <p:nvPr/>
        </p:nvPicPr>
        <p:blipFill>
          <a:blip r:embed="rId3"/>
          <a:srcRect/>
          <a:stretch>
            <a:fillRect/>
          </a:stretch>
        </p:blipFill>
        <p:spPr bwMode="auto">
          <a:xfrm rot="8302339">
            <a:off x="6482114" y="4432388"/>
            <a:ext cx="560952" cy="458055"/>
          </a:xfrm>
          <a:prstGeom prst="rect">
            <a:avLst/>
          </a:prstGeom>
          <a:noFill/>
          <a:ln w="9525">
            <a:noFill/>
            <a:miter lim="800000"/>
            <a:headEnd/>
            <a:tailEnd/>
          </a:ln>
        </p:spPr>
      </p:pic>
      <p:pic>
        <p:nvPicPr>
          <p:cNvPr id="2097206" name="Picture 64" descr="stars"/>
          <p:cNvPicPr>
            <a:picLocks noChangeAspect="1" noChangeArrowheads="1" noCrop="1"/>
          </p:cNvPicPr>
          <p:nvPr/>
        </p:nvPicPr>
        <p:blipFill>
          <a:blip r:embed="rId3"/>
          <a:srcRect/>
          <a:stretch>
            <a:fillRect/>
          </a:stretch>
        </p:blipFill>
        <p:spPr bwMode="auto">
          <a:xfrm rot="8302339">
            <a:off x="6634514" y="4800654"/>
            <a:ext cx="560952" cy="458055"/>
          </a:xfrm>
          <a:prstGeom prst="rect">
            <a:avLst/>
          </a:prstGeom>
          <a:noFill/>
          <a:ln w="9525">
            <a:noFill/>
            <a:miter lim="800000"/>
            <a:headEnd/>
            <a:tailEnd/>
          </a:ln>
        </p:spPr>
      </p:pic>
      <p:sp>
        <p:nvSpPr>
          <p:cNvPr id="1048725" name="Rectangle 25"/>
          <p:cNvSpPr/>
          <p:nvPr/>
        </p:nvSpPr>
        <p:spPr>
          <a:xfrm>
            <a:off x="0" y="2204864"/>
            <a:ext cx="9144000" cy="2376264"/>
          </a:xfrm>
          <a:prstGeom prst="rect">
            <a:avLst/>
          </a:prstGeom>
          <a:solidFill>
            <a:schemeClr val="dk1">
              <a:alpha val="62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d-ID">
              <a:solidFill>
                <a:prstClr val="white"/>
              </a:solidFill>
            </a:endParaRPr>
          </a:p>
        </p:txBody>
      </p:sp>
      <p:grpSp>
        <p:nvGrpSpPr>
          <p:cNvPr id="140" name="Group 8"/>
          <p:cNvGrpSpPr/>
          <p:nvPr/>
        </p:nvGrpSpPr>
        <p:grpSpPr bwMode="auto">
          <a:xfrm>
            <a:off x="8362453" y="44624"/>
            <a:ext cx="818059" cy="720079"/>
            <a:chOff x="5424" y="3990"/>
            <a:chExt cx="267" cy="256"/>
          </a:xfrm>
        </p:grpSpPr>
        <p:pic>
          <p:nvPicPr>
            <p:cNvPr id="2097207" name="Picture 9" descr="radar"/>
            <p:cNvPicPr>
              <a:picLocks noChangeAspect="1" noChangeArrowheads="1" noCrop="1"/>
            </p:cNvPicPr>
            <p:nvPr/>
          </p:nvPicPr>
          <p:blipFill>
            <a:blip r:embed="rId4"/>
            <a:srcRect/>
            <a:stretch>
              <a:fillRect/>
            </a:stretch>
          </p:blipFill>
          <p:spPr bwMode="auto">
            <a:xfrm>
              <a:off x="5424" y="3990"/>
              <a:ext cx="267" cy="256"/>
            </a:xfrm>
            <a:prstGeom prst="rect">
              <a:avLst/>
            </a:prstGeom>
            <a:noFill/>
            <a:ln>
              <a:noFill/>
            </a:ln>
          </p:spPr>
        </p:pic>
        <p:sp>
          <p:nvSpPr>
            <p:cNvPr id="1048726" name="AutoShape 10"/>
            <p:cNvSpPr>
              <a:spLocks noChangeArrowheads="1"/>
            </p:cNvSpPr>
            <p:nvPr/>
          </p:nvSpPr>
          <p:spPr bwMode="auto">
            <a:xfrm>
              <a:off x="5459" y="4015"/>
              <a:ext cx="189" cy="207"/>
            </a:xfrm>
            <a:prstGeom prst="star16">
              <a:avLst>
                <a:gd name="adj" fmla="val 37500"/>
              </a:avLst>
            </a:prstGeom>
            <a:noFill/>
            <a:ln>
              <a:noFill/>
            </a:ln>
          </p:spPr>
          <p:txBody>
            <a:bodyPr wrap="none" lIns="91403" tIns="45701" rIns="91403" bIns="45701" anchor="ctr"/>
            <a:lstStyle/>
            <a:p>
              <a:pPr algn="ctr" fontAlgn="base">
                <a:spcBef>
                  <a:spcPct val="0"/>
                </a:spcBef>
                <a:spcAft>
                  <a:spcPct val="0"/>
                </a:spcAft>
              </a:pPr>
              <a:fld id="{7A236C3E-A36D-4FEE-B077-DD0AE1A2FFAE}" type="slidenum">
                <a:rPr lang="en-US" altLang="en-US" sz="2400" b="1">
                  <a:solidFill>
                    <a:srgbClr val="FFFF00"/>
                  </a:solidFill>
                  <a:latin typeface="Arial Black" pitchFamily="34" charset="0"/>
                </a:rPr>
                <a:pPr algn="ctr" fontAlgn="base">
                  <a:spcBef>
                    <a:spcPct val="0"/>
                  </a:spcBef>
                  <a:spcAft>
                    <a:spcPct val="0"/>
                  </a:spcAft>
                </a:pPr>
                <a:t>15</a:t>
              </a:fld>
              <a:endParaRPr lang="en-US" altLang="en-US" sz="2400" b="1" dirty="0">
                <a:solidFill>
                  <a:srgbClr val="FFFF00"/>
                </a:solidFill>
                <a:latin typeface="Arial Black" pitchFamily="34" charset="0"/>
              </a:endParaRPr>
            </a:p>
          </p:txBody>
        </p:sp>
      </p:grpSp>
      <p:sp>
        <p:nvSpPr>
          <p:cNvPr id="1048727" name="Rectangle 13"/>
          <p:cNvSpPr/>
          <p:nvPr/>
        </p:nvSpPr>
        <p:spPr>
          <a:xfrm>
            <a:off x="108520" y="2230821"/>
            <a:ext cx="9144000" cy="1986834"/>
          </a:xfrm>
          <a:prstGeom prst="rect">
            <a:avLst/>
          </a:prstGeom>
          <a:noFill/>
          <a:ln w="28575">
            <a:noFill/>
          </a:ln>
        </p:spPr>
        <p:txBody>
          <a:bodyPr wrap="square" lIns="81833" tIns="40917" rIns="81833" bIns="40917">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defTabSz="957451"/>
            <a:r>
              <a:rPr lang="id-ID" sz="4000" b="1" spc="236" dirty="0">
                <a:ln w="11430"/>
                <a:blipFill dpi="0" rotWithShape="1">
                  <a:blip r:embed="rId5"/>
                  <a:srcRect/>
                  <a:stretch>
                    <a:fillRect/>
                  </a:stretch>
                </a:blipFill>
                <a:effectLst>
                  <a:outerShdw blurRad="76200" dist="50800" dir="5400000" algn="tl" rotWithShape="0">
                    <a:srgbClr val="000000">
                      <a:alpha val="65000"/>
                    </a:srgbClr>
                  </a:outerShdw>
                </a:effectLst>
                <a:latin typeface="Berlin Sans FB Demi" pitchFamily="34" charset="0"/>
              </a:rPr>
              <a:t>KEWAJIBAN ANAK BANGSA DALAM WAWASAN KEBANGSAAN  &amp; BELA NEGARA</a:t>
            </a:r>
            <a:endParaRPr lang="en-US" sz="4000" b="1" spc="236" dirty="0">
              <a:ln w="11430"/>
              <a:blipFill dpi="0" rotWithShape="1">
                <a:blip r:embed="rId5"/>
                <a:srcRect/>
                <a:stretch>
                  <a:fillRect/>
                </a:stretch>
              </a:blipFill>
              <a:effectLst>
                <a:outerShdw blurRad="76200" dist="50800" dir="5400000" algn="tl" rotWithShape="0">
                  <a:srgbClr val="000000">
                    <a:alpha val="65000"/>
                  </a:srgbClr>
                </a:outerShdw>
              </a:effectLst>
              <a:latin typeface="Berlin Sans FB Demi"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208" name="Picture 2" descr="Related image"/>
          <p:cNvPicPr>
            <a:picLocks noChangeAspect="1" noChangeArrowheads="1"/>
          </p:cNvPicPr>
          <p:nvPr/>
        </p:nvPicPr>
        <p:blipFill>
          <a:blip r:embed="rId2"/>
          <a:srcRect/>
          <a:stretch>
            <a:fillRect/>
          </a:stretch>
        </p:blipFill>
        <p:spPr bwMode="auto">
          <a:xfrm>
            <a:off x="-3889" y="0"/>
            <a:ext cx="9147889" cy="6858000"/>
          </a:xfrm>
          <a:prstGeom prst="rect">
            <a:avLst/>
          </a:prstGeom>
          <a:noFill/>
        </p:spPr>
      </p:pic>
      <p:sp>
        <p:nvSpPr>
          <p:cNvPr id="1048731" name="Rectangle 4"/>
          <p:cNvSpPr/>
          <p:nvPr/>
        </p:nvSpPr>
        <p:spPr>
          <a:xfrm>
            <a:off x="255244" y="5301212"/>
            <a:ext cx="8629621" cy="1358236"/>
          </a:xfrm>
          <a:prstGeom prst="rect">
            <a:avLst/>
          </a:prstGeom>
          <a:noFill/>
        </p:spPr>
        <p:txBody>
          <a:bodyPr wrap="square" lIns="90796" tIns="45399" rIns="90796" bIns="45399">
            <a:spAutoFit/>
            <a:scene3d>
              <a:camera prst="orthographicFront"/>
              <a:lightRig rig="glow" dir="tl">
                <a:rot lat="0" lon="0" rev="5400000"/>
              </a:lightRig>
            </a:scene3d>
            <a:sp3d contourW="12700">
              <a:bevelT w="25400" h="25400"/>
              <a:contourClr>
                <a:schemeClr val="accent6">
                  <a:shade val="73000"/>
                </a:schemeClr>
              </a:contourClr>
            </a:sp3d>
          </a:bodyPr>
          <a:lstStyle/>
          <a:p>
            <a:pPr algn="ctr" defTabSz="907968"/>
            <a:r>
              <a:rPr lang="id-ID" sz="4000" b="1" dirty="0">
                <a:ln w="11430"/>
                <a:solidFill>
                  <a:srgbClr val="FFFF00"/>
                </a:solidFill>
                <a:effectLst>
                  <a:glow rad="101600">
                    <a:prstClr val="black">
                      <a:alpha val="60000"/>
                    </a:prstClr>
                  </a:glow>
                  <a:outerShdw blurRad="80000" dist="40000" dir="5040000" algn="tl">
                    <a:srgbClr val="000000">
                      <a:alpha val="30000"/>
                    </a:srgbClr>
                  </a:outerShdw>
                </a:effectLst>
                <a:latin typeface="Rockwell Extra Bold" pitchFamily="18" charset="0"/>
              </a:rPr>
              <a:t>TINGKATKAN KETAQWAAN KEPADA  TUHAN YME</a:t>
            </a:r>
            <a:endParaRPr lang="en-US" sz="4000" b="1" dirty="0">
              <a:ln w="11430"/>
              <a:solidFill>
                <a:srgbClr val="FFFF00"/>
              </a:solidFill>
              <a:effectLst>
                <a:glow rad="101600">
                  <a:prstClr val="black">
                    <a:alpha val="60000"/>
                  </a:prstClr>
                </a:glow>
                <a:outerShdw blurRad="80000" dist="40000" dir="5040000" algn="tl">
                  <a:srgbClr val="000000">
                    <a:alpha val="30000"/>
                  </a:srgbClr>
                </a:outerShdw>
              </a:effectLst>
              <a:latin typeface="Rockwell Extra Bold" pitchFamily="18" charset="0"/>
            </a:endParaRPr>
          </a:p>
        </p:txBody>
      </p:sp>
      <p:grpSp>
        <p:nvGrpSpPr>
          <p:cNvPr id="144" name="Group 8"/>
          <p:cNvGrpSpPr/>
          <p:nvPr/>
        </p:nvGrpSpPr>
        <p:grpSpPr bwMode="auto">
          <a:xfrm>
            <a:off x="8548675" y="116632"/>
            <a:ext cx="576262" cy="558801"/>
            <a:chOff x="5424" y="3984"/>
            <a:chExt cx="267" cy="256"/>
          </a:xfrm>
        </p:grpSpPr>
        <p:pic>
          <p:nvPicPr>
            <p:cNvPr id="2097209" name="Picture 9" descr="radar"/>
            <p:cNvPicPr>
              <a:picLocks noChangeAspect="1" noChangeArrowheads="1" noCrop="1"/>
            </p:cNvPicPr>
            <p:nvPr/>
          </p:nvPicPr>
          <p:blipFill>
            <a:blip r:embed="rId3" cstate="print"/>
            <a:srcRect/>
            <a:stretch>
              <a:fillRect/>
            </a:stretch>
          </p:blipFill>
          <p:spPr bwMode="auto">
            <a:xfrm>
              <a:off x="5424" y="3984"/>
              <a:ext cx="267" cy="256"/>
            </a:xfrm>
            <a:prstGeom prst="rect">
              <a:avLst/>
            </a:prstGeom>
            <a:noFill/>
            <a:ln w="9525">
              <a:noFill/>
              <a:miter lim="800000"/>
              <a:headEnd/>
              <a:tailEnd/>
            </a:ln>
          </p:spPr>
        </p:pic>
        <p:sp>
          <p:nvSpPr>
            <p:cNvPr id="1048732" name="AutoShape 10"/>
            <p:cNvSpPr>
              <a:spLocks noChangeArrowheads="1"/>
            </p:cNvSpPr>
            <p:nvPr/>
          </p:nvSpPr>
          <p:spPr bwMode="auto">
            <a:xfrm>
              <a:off x="5459" y="4015"/>
              <a:ext cx="189" cy="207"/>
            </a:xfrm>
            <a:prstGeom prst="star16">
              <a:avLst>
                <a:gd name="adj" fmla="val 37500"/>
              </a:avLst>
            </a:prstGeom>
            <a:noFill/>
            <a:ln w="9525">
              <a:noFill/>
              <a:miter lim="800000"/>
              <a:headEnd/>
              <a:tailEnd/>
            </a:ln>
          </p:spPr>
          <p:txBody>
            <a:bodyPr wrap="none" lIns="91403" tIns="45701" rIns="91403" bIns="45701" anchor="ctr"/>
            <a:lstStyle/>
            <a:p>
              <a:pPr algn="ctr" fontAlgn="base">
                <a:spcBef>
                  <a:spcPct val="0"/>
                </a:spcBef>
                <a:spcAft>
                  <a:spcPct val="0"/>
                </a:spcAft>
              </a:pPr>
              <a:fld id="{4C6EDE9A-FC62-4D04-9A72-529FF9CC887D}" type="slidenum">
                <a:rPr lang="en-US" sz="2000" b="1" smtClean="0">
                  <a:solidFill>
                    <a:srgbClr val="FFFF00"/>
                  </a:solidFill>
                  <a:latin typeface="Arial Black" pitchFamily="34" charset="0"/>
                </a:rPr>
                <a:pPr algn="ctr" fontAlgn="base">
                  <a:spcBef>
                    <a:spcPct val="0"/>
                  </a:spcBef>
                  <a:spcAft>
                    <a:spcPct val="0"/>
                  </a:spcAft>
                </a:pPr>
                <a:t>16</a:t>
              </a:fld>
              <a:endParaRPr lang="en-US" sz="2000" b="1" dirty="0">
                <a:solidFill>
                  <a:srgbClr val="FFFF00"/>
                </a:solidFill>
                <a:latin typeface="Arial Black" pitchFamily="34" charset="0"/>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3" name="Slide Number Placeholder 1"/>
          <p:cNvSpPr>
            <a:spLocks noGrp="1"/>
          </p:cNvSpPr>
          <p:nvPr>
            <p:ph type="sldNum" sz="quarter" idx="12"/>
          </p:nvPr>
        </p:nvSpPr>
        <p:spPr/>
        <p:txBody>
          <a:bodyPr/>
          <a:lstStyle/>
          <a:p>
            <a:fld id="{D81A60B0-18E4-4844-8F0C-80FAE1C1ADD8}" type="slidenum">
              <a:rPr lang="en-AU" smtClean="0">
                <a:solidFill>
                  <a:prstClr val="black">
                    <a:tint val="75000"/>
                  </a:prstClr>
                </a:solidFill>
              </a:rPr>
              <a:t>17</a:t>
            </a:fld>
            <a:endParaRPr lang="en-AU">
              <a:solidFill>
                <a:prstClr val="black">
                  <a:tint val="75000"/>
                </a:prstClr>
              </a:solidFill>
            </a:endParaRPr>
          </a:p>
        </p:txBody>
      </p:sp>
      <p:sp>
        <p:nvSpPr>
          <p:cNvPr id="1048734" name="Rectangle 3"/>
          <p:cNvSpPr/>
          <p:nvPr/>
        </p:nvSpPr>
        <p:spPr>
          <a:xfrm>
            <a:off x="0" y="1628800"/>
            <a:ext cx="9144000" cy="3312368"/>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d-ID">
              <a:solidFill>
                <a:prstClr val="white"/>
              </a:solidFill>
            </a:endParaRPr>
          </a:p>
        </p:txBody>
      </p:sp>
      <p:pic>
        <p:nvPicPr>
          <p:cNvPr id="2097210" name="Picture 2" descr="C:\Users\TOSHIBA\Pictures\siswa-sedang-ujian-57502ce6d47e61340cb34dff.jpg"/>
          <p:cNvPicPr>
            <a:picLocks noChangeAspect="1" noChangeArrowheads="1"/>
          </p:cNvPicPr>
          <p:nvPr/>
        </p:nvPicPr>
        <p:blipFill>
          <a:blip r:embed="rId2"/>
          <a:srcRect/>
          <a:stretch>
            <a:fillRect/>
          </a:stretch>
        </p:blipFill>
        <p:spPr bwMode="auto">
          <a:xfrm>
            <a:off x="0" y="0"/>
            <a:ext cx="9144000" cy="6858000"/>
          </a:xfrm>
          <a:prstGeom prst="rect">
            <a:avLst/>
          </a:prstGeom>
          <a:noFill/>
        </p:spPr>
      </p:pic>
      <p:grpSp>
        <p:nvGrpSpPr>
          <p:cNvPr id="146" name="Group 8"/>
          <p:cNvGrpSpPr/>
          <p:nvPr/>
        </p:nvGrpSpPr>
        <p:grpSpPr bwMode="auto">
          <a:xfrm>
            <a:off x="8356853" y="25571"/>
            <a:ext cx="818059" cy="720079"/>
            <a:chOff x="5424" y="3990"/>
            <a:chExt cx="267" cy="256"/>
          </a:xfrm>
        </p:grpSpPr>
        <p:pic>
          <p:nvPicPr>
            <p:cNvPr id="2097211" name="Picture 9" descr="radar"/>
            <p:cNvPicPr>
              <a:picLocks noChangeAspect="1" noChangeArrowheads="1" noCrop="1"/>
            </p:cNvPicPr>
            <p:nvPr/>
          </p:nvPicPr>
          <p:blipFill>
            <a:blip r:embed="rId3"/>
            <a:srcRect/>
            <a:stretch>
              <a:fillRect/>
            </a:stretch>
          </p:blipFill>
          <p:spPr bwMode="auto">
            <a:xfrm>
              <a:off x="5424" y="3990"/>
              <a:ext cx="267" cy="256"/>
            </a:xfrm>
            <a:prstGeom prst="rect">
              <a:avLst/>
            </a:prstGeom>
            <a:noFill/>
            <a:ln>
              <a:noFill/>
            </a:ln>
          </p:spPr>
        </p:pic>
        <p:sp>
          <p:nvSpPr>
            <p:cNvPr id="1048735" name="AutoShape 10"/>
            <p:cNvSpPr>
              <a:spLocks noChangeArrowheads="1"/>
            </p:cNvSpPr>
            <p:nvPr/>
          </p:nvSpPr>
          <p:spPr bwMode="auto">
            <a:xfrm>
              <a:off x="5459" y="4015"/>
              <a:ext cx="189" cy="207"/>
            </a:xfrm>
            <a:prstGeom prst="star16">
              <a:avLst>
                <a:gd name="adj" fmla="val 37500"/>
              </a:avLst>
            </a:prstGeom>
            <a:noFill/>
            <a:ln>
              <a:noFill/>
            </a:ln>
          </p:spPr>
          <p:txBody>
            <a:bodyPr wrap="none" lIns="91403" tIns="45701" rIns="91403" bIns="45701" anchor="ctr"/>
            <a:lstStyle/>
            <a:p>
              <a:pPr algn="ctr" fontAlgn="base">
                <a:spcBef>
                  <a:spcPct val="0"/>
                </a:spcBef>
                <a:spcAft>
                  <a:spcPct val="0"/>
                </a:spcAft>
              </a:pPr>
              <a:fld id="{7A236C3E-A36D-4FEE-B077-DD0AE1A2FFAE}" type="slidenum">
                <a:rPr lang="en-US" altLang="en-US" sz="2400" b="1">
                  <a:solidFill>
                    <a:srgbClr val="FFFF00"/>
                  </a:solidFill>
                  <a:latin typeface="Arial Black" pitchFamily="34" charset="0"/>
                </a:rPr>
                <a:pPr algn="ctr" fontAlgn="base">
                  <a:spcBef>
                    <a:spcPct val="0"/>
                  </a:spcBef>
                  <a:spcAft>
                    <a:spcPct val="0"/>
                  </a:spcAft>
                </a:pPr>
                <a:t>17</a:t>
              </a:fld>
              <a:endParaRPr lang="en-US" altLang="en-US" sz="2400" b="1" dirty="0">
                <a:solidFill>
                  <a:srgbClr val="FFFF00"/>
                </a:solidFill>
                <a:latin typeface="Arial Black" pitchFamily="34" charset="0"/>
              </a:endParaRPr>
            </a:p>
          </p:txBody>
        </p:sp>
      </p:grpSp>
      <p:sp>
        <p:nvSpPr>
          <p:cNvPr id="1048736" name="Rectangle 13"/>
          <p:cNvSpPr/>
          <p:nvPr/>
        </p:nvSpPr>
        <p:spPr>
          <a:xfrm>
            <a:off x="0" y="5131120"/>
            <a:ext cx="9144000" cy="942278"/>
          </a:xfrm>
          <a:prstGeom prst="rect">
            <a:avLst/>
          </a:prstGeom>
          <a:solidFill>
            <a:schemeClr val="tx1"/>
          </a:solidFill>
        </p:spPr>
        <p:txBody>
          <a:bodyPr wrap="square" lIns="91377" tIns="45689" rIns="91377" bIns="45689">
            <a:spAutoFit/>
          </a:bodyPr>
          <a:lstStyle/>
          <a:p>
            <a:pPr algn="ctr"/>
            <a:r>
              <a:rPr lang="id-ID" sz="5400" b="1" dirty="0">
                <a:ln w="1905">
                  <a:solidFill>
                    <a:schemeClr val="bg1"/>
                  </a:solidFill>
                </a:ln>
                <a:solidFill>
                  <a:srgbClr val="C00000"/>
                </a:solidFill>
                <a:effectLst>
                  <a:innerShdw blurRad="69850" dist="43180" dir="5400000">
                    <a:srgbClr val="000000">
                      <a:alpha val="65000"/>
                    </a:srgbClr>
                  </a:innerShdw>
                </a:effectLst>
                <a:latin typeface="Arial Black" pitchFamily="34" charset="0"/>
              </a:rPr>
              <a:t>BELAJAR DENGAN RAJIN</a:t>
            </a:r>
            <a:endParaRPr lang="en-US" sz="5400" b="1" dirty="0">
              <a:ln w="1905">
                <a:solidFill>
                  <a:schemeClr val="bg1"/>
                </a:solidFill>
              </a:ln>
              <a:solidFill>
                <a:srgbClr val="C00000"/>
              </a:solidFill>
              <a:effectLst>
                <a:innerShdw blurRad="69850" dist="43180" dir="5400000">
                  <a:srgbClr val="000000">
                    <a:alpha val="65000"/>
                  </a:srgbClr>
                </a:innerShdw>
              </a:effectLst>
              <a:latin typeface="Arial Black"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7" name="TextBox 2"/>
          <p:cNvSpPr txBox="1"/>
          <p:nvPr/>
        </p:nvSpPr>
        <p:spPr>
          <a:xfrm>
            <a:off x="1043608" y="1124744"/>
            <a:ext cx="6912768" cy="1487798"/>
          </a:xfrm>
          <a:prstGeom prst="rect">
            <a:avLst/>
          </a:prstGeom>
          <a:noFill/>
        </p:spPr>
        <p:txBody>
          <a:bodyPr wrap="square" lIns="90796" tIns="45399" rIns="90796" bIns="45399" rtlCol="0">
            <a:spAutoFit/>
          </a:bodyPr>
          <a:lstStyle/>
          <a:p>
            <a:pPr algn="ctr" defTabSz="907968" fontAlgn="base">
              <a:spcBef>
                <a:spcPct val="0"/>
              </a:spcBef>
              <a:spcAft>
                <a:spcPct val="0"/>
              </a:spcAft>
            </a:pPr>
            <a:r>
              <a:rPr lang="en-AU" sz="4400" b="1" kern="0" dirty="0">
                <a:ln>
                  <a:solidFill>
                    <a:schemeClr val="bg1"/>
                  </a:solidFill>
                </a:ln>
                <a:solidFill>
                  <a:srgbClr val="00FF00"/>
                </a:solidFill>
                <a:effectLst>
                  <a:glow rad="266700">
                    <a:schemeClr val="tx1">
                      <a:alpha val="88000"/>
                    </a:schemeClr>
                  </a:glow>
                </a:effectLst>
                <a:latin typeface="Rockwell" pitchFamily="18" charset="0"/>
              </a:rPr>
              <a:t>P</a:t>
            </a:r>
            <a:r>
              <a:rPr lang="id-ID" sz="4400" b="1" kern="0" dirty="0">
                <a:ln>
                  <a:solidFill>
                    <a:schemeClr val="bg1"/>
                  </a:solidFill>
                </a:ln>
                <a:solidFill>
                  <a:srgbClr val="00FF00"/>
                </a:solidFill>
                <a:effectLst>
                  <a:glow rad="266700">
                    <a:schemeClr val="tx1">
                      <a:alpha val="88000"/>
                    </a:schemeClr>
                  </a:glow>
                </a:effectLst>
                <a:latin typeface="Rockwell" pitchFamily="18" charset="0"/>
              </a:rPr>
              <a:t>ATUH TERHADAP  ORANG TUA DAN GURU</a:t>
            </a:r>
            <a:endParaRPr lang="en-US" sz="4000" b="1" kern="0" dirty="0">
              <a:ln>
                <a:solidFill>
                  <a:schemeClr val="bg1"/>
                </a:solidFill>
              </a:ln>
              <a:solidFill>
                <a:srgbClr val="00FF00"/>
              </a:solidFill>
              <a:effectLst>
                <a:glow rad="266700">
                  <a:schemeClr val="tx1">
                    <a:alpha val="88000"/>
                  </a:schemeClr>
                </a:glow>
              </a:effectLst>
              <a:latin typeface="Rockwell" pitchFamily="18" charset="0"/>
            </a:endParaRPr>
          </a:p>
        </p:txBody>
      </p:sp>
      <p:grpSp>
        <p:nvGrpSpPr>
          <p:cNvPr id="148" name="Group 8"/>
          <p:cNvGrpSpPr/>
          <p:nvPr/>
        </p:nvGrpSpPr>
        <p:grpSpPr bwMode="auto">
          <a:xfrm>
            <a:off x="8485920" y="151182"/>
            <a:ext cx="576000" cy="558778"/>
            <a:chOff x="5424" y="3984"/>
            <a:chExt cx="267" cy="256"/>
          </a:xfrm>
        </p:grpSpPr>
        <p:pic>
          <p:nvPicPr>
            <p:cNvPr id="2097212" name="Picture 9" descr="radar"/>
            <p:cNvPicPr>
              <a:picLocks noChangeAspect="1" noChangeArrowheads="1" noCrop="1"/>
            </p:cNvPicPr>
            <p:nvPr/>
          </p:nvPicPr>
          <p:blipFill>
            <a:blip r:embed="rId2"/>
            <a:srcRect/>
            <a:stretch>
              <a:fillRect/>
            </a:stretch>
          </p:blipFill>
          <p:spPr bwMode="auto">
            <a:xfrm>
              <a:off x="5424" y="3984"/>
              <a:ext cx="267" cy="256"/>
            </a:xfrm>
            <a:prstGeom prst="rect">
              <a:avLst/>
            </a:prstGeom>
            <a:noFill/>
            <a:ln>
              <a:noFill/>
            </a:ln>
          </p:spPr>
        </p:pic>
        <p:sp>
          <p:nvSpPr>
            <p:cNvPr id="1048738" name="AutoShape 10"/>
            <p:cNvSpPr>
              <a:spLocks noChangeArrowheads="1"/>
            </p:cNvSpPr>
            <p:nvPr/>
          </p:nvSpPr>
          <p:spPr bwMode="auto">
            <a:xfrm>
              <a:off x="5459" y="4015"/>
              <a:ext cx="189" cy="207"/>
            </a:xfrm>
            <a:prstGeom prst="star16">
              <a:avLst>
                <a:gd name="adj" fmla="val 37500"/>
              </a:avLst>
            </a:prstGeom>
            <a:noFill/>
            <a:ln>
              <a:noFill/>
            </a:ln>
          </p:spPr>
          <p:txBody>
            <a:bodyPr wrap="none" lIns="91403" tIns="45701" rIns="91403" bIns="45701" anchor="ctr"/>
            <a:lstStyle/>
            <a:p>
              <a:pPr algn="ctr" defTabSz="859162" fontAlgn="base">
                <a:spcBef>
                  <a:spcPct val="0"/>
                </a:spcBef>
                <a:spcAft>
                  <a:spcPct val="0"/>
                </a:spcAft>
              </a:pPr>
              <a:fld id="{E40CDE96-FC24-4DC2-AFC7-3A04154E01BC}" type="slidenum">
                <a:rPr lang="en-US" sz="2000" b="1">
                  <a:solidFill>
                    <a:srgbClr val="FFFF00"/>
                  </a:solidFill>
                  <a:latin typeface="Arial Black" pitchFamily="34" charset="0"/>
                </a:rPr>
                <a:pPr algn="ctr" defTabSz="859162" fontAlgn="base">
                  <a:spcBef>
                    <a:spcPct val="0"/>
                  </a:spcBef>
                  <a:spcAft>
                    <a:spcPct val="0"/>
                  </a:spcAft>
                </a:pPr>
                <a:t>18</a:t>
              </a:fld>
              <a:endParaRPr lang="en-US" sz="2000" b="1">
                <a:solidFill>
                  <a:srgbClr val="FFFF00"/>
                </a:solidFill>
                <a:latin typeface="Arial Black" pitchFamily="34" charset="0"/>
              </a:endParaRPr>
            </a:p>
          </p:txBody>
        </p:sp>
      </p:grpSp>
      <p:pic>
        <p:nvPicPr>
          <p:cNvPr id="2097213" name="Picture 2" descr="C:\Users\TOSHIBA\Pictures\1310-ft-hael.jpg"/>
          <p:cNvPicPr>
            <a:picLocks noChangeAspect="1" noChangeArrowheads="1"/>
          </p:cNvPicPr>
          <p:nvPr/>
        </p:nvPicPr>
        <p:blipFill>
          <a:blip r:embed="rId3"/>
          <a:srcRect/>
          <a:stretch>
            <a:fillRect/>
          </a:stretch>
        </p:blipFill>
        <p:spPr bwMode="auto">
          <a:xfrm>
            <a:off x="4626649" y="2924175"/>
            <a:ext cx="4517351" cy="3933825"/>
          </a:xfrm>
          <a:prstGeom prst="rect">
            <a:avLst/>
          </a:prstGeom>
          <a:noFill/>
        </p:spPr>
      </p:pic>
      <p:pic>
        <p:nvPicPr>
          <p:cNvPr id="2097214" name="Picture 3" descr="C:\Users\TOSHIBA\Pictures\terharu-prajurit-tni-ad-cium-kaki-ibunya-sebelum-bertugas-biQ.jpg"/>
          <p:cNvPicPr>
            <a:picLocks noChangeAspect="1" noChangeArrowheads="1"/>
          </p:cNvPicPr>
          <p:nvPr/>
        </p:nvPicPr>
        <p:blipFill>
          <a:blip r:embed="rId4"/>
          <a:srcRect/>
          <a:stretch>
            <a:fillRect/>
          </a:stretch>
        </p:blipFill>
        <p:spPr bwMode="auto">
          <a:xfrm>
            <a:off x="0" y="2924175"/>
            <a:ext cx="4626649" cy="3933825"/>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9" name="Slide Number Placeholder 1"/>
          <p:cNvSpPr>
            <a:spLocks noGrp="1"/>
          </p:cNvSpPr>
          <p:nvPr>
            <p:ph type="sldNum" sz="quarter" idx="12"/>
          </p:nvPr>
        </p:nvSpPr>
        <p:spPr/>
        <p:txBody>
          <a:bodyPr/>
          <a:lstStyle/>
          <a:p>
            <a:fld id="{D81A60B0-18E4-4844-8F0C-80FAE1C1ADD8}" type="slidenum">
              <a:rPr lang="en-AU" smtClean="0">
                <a:solidFill>
                  <a:prstClr val="black">
                    <a:tint val="75000"/>
                  </a:prstClr>
                </a:solidFill>
              </a:rPr>
              <a:t>19</a:t>
            </a:fld>
            <a:endParaRPr lang="en-AU">
              <a:solidFill>
                <a:prstClr val="black">
                  <a:tint val="75000"/>
                </a:prstClr>
              </a:solidFill>
            </a:endParaRPr>
          </a:p>
        </p:txBody>
      </p:sp>
      <p:pic>
        <p:nvPicPr>
          <p:cNvPr id="2097215" name="Picture 2" descr="Related image"/>
          <p:cNvPicPr>
            <a:picLocks noChangeAspect="1" noChangeArrowheads="1"/>
          </p:cNvPicPr>
          <p:nvPr/>
        </p:nvPicPr>
        <p:blipFill>
          <a:blip r:embed="rId2"/>
          <a:srcRect/>
          <a:stretch>
            <a:fillRect/>
          </a:stretch>
        </p:blipFill>
        <p:spPr bwMode="auto">
          <a:xfrm>
            <a:off x="0" y="0"/>
            <a:ext cx="9144000" cy="6858000"/>
          </a:xfrm>
          <a:prstGeom prst="rect">
            <a:avLst/>
          </a:prstGeom>
          <a:noFill/>
          <a:ln>
            <a:noFill/>
          </a:ln>
        </p:spPr>
      </p:pic>
      <p:sp>
        <p:nvSpPr>
          <p:cNvPr id="1048740" name="Rectangle 2"/>
          <p:cNvSpPr/>
          <p:nvPr/>
        </p:nvSpPr>
        <p:spPr>
          <a:xfrm>
            <a:off x="0" y="1628800"/>
            <a:ext cx="9144000" cy="3312368"/>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d-ID">
              <a:solidFill>
                <a:prstClr val="white"/>
              </a:solidFill>
            </a:endParaRPr>
          </a:p>
        </p:txBody>
      </p:sp>
      <p:sp>
        <p:nvSpPr>
          <p:cNvPr id="1048741" name="Rectangle 5"/>
          <p:cNvSpPr/>
          <p:nvPr/>
        </p:nvSpPr>
        <p:spPr>
          <a:xfrm>
            <a:off x="35496" y="3546882"/>
            <a:ext cx="9144000" cy="1793240"/>
          </a:xfrm>
          <a:prstGeom prst="rect">
            <a:avLst/>
          </a:prstGeom>
          <a:noFill/>
        </p:spPr>
        <p:txBody>
          <a:bodyPr wrap="square" lIns="91440" tIns="45720" rIns="91440" bIns="45720">
            <a:spAutoFit/>
            <a:scene3d>
              <a:camera prst="orthographicFront"/>
              <a:lightRig rig="glow" dir="tl">
                <a:rot lat="0" lon="0" rev="5400000"/>
              </a:lightRig>
            </a:scene3d>
            <a:sp3d contourW="12700">
              <a:contourClr>
                <a:schemeClr val="accent6">
                  <a:shade val="73000"/>
                </a:schemeClr>
              </a:contourClr>
            </a:sp3d>
          </a:bodyPr>
          <a:lstStyle/>
          <a:p>
            <a:pPr algn="ctr"/>
            <a:r>
              <a:rPr lang="id-ID" sz="5400" b="1" dirty="0">
                <a:ln w="3175">
                  <a:solidFill>
                    <a:prstClr val="white"/>
                  </a:solidFill>
                </a:ln>
                <a:solidFill>
                  <a:srgbClr val="002060"/>
                </a:solidFill>
                <a:latin typeface="Segoe UI" pitchFamily="34" charset="0"/>
                <a:ea typeface="Segoe UI" pitchFamily="34" charset="0"/>
                <a:cs typeface="Segoe UI" pitchFamily="34" charset="0"/>
              </a:rPr>
              <a:t>MENJAGA KEBERSIHAN</a:t>
            </a:r>
          </a:p>
          <a:p>
            <a:pPr algn="ctr"/>
            <a:r>
              <a:rPr lang="id-ID" sz="5400" b="1" dirty="0">
                <a:ln w="3175">
                  <a:solidFill>
                    <a:prstClr val="white"/>
                  </a:solidFill>
                </a:ln>
                <a:solidFill>
                  <a:srgbClr val="002060"/>
                </a:solidFill>
                <a:latin typeface="Segoe UI" pitchFamily="34" charset="0"/>
                <a:ea typeface="Segoe UI" pitchFamily="34" charset="0"/>
                <a:cs typeface="Segoe UI" pitchFamily="34" charset="0"/>
              </a:rPr>
              <a:t>LINGKUNGAN</a:t>
            </a:r>
            <a:endParaRPr lang="en-US" sz="5400" b="1" dirty="0">
              <a:ln w="3175">
                <a:solidFill>
                  <a:prstClr val="white"/>
                </a:solidFill>
              </a:ln>
              <a:solidFill>
                <a:srgbClr val="002060"/>
              </a:solidFill>
              <a:effectLst>
                <a:outerShdw blurRad="80000" dist="40000" dir="5040000" algn="tl">
                  <a:srgbClr val="000000">
                    <a:alpha val="30000"/>
                  </a:srgbClr>
                </a:outerShdw>
              </a:effectLst>
              <a:latin typeface="Segoe UI" pitchFamily="34" charset="0"/>
              <a:ea typeface="Segoe UI" pitchFamily="34" charset="0"/>
              <a:cs typeface="Segoe UI" pitchFamily="34" charset="0"/>
            </a:endParaRPr>
          </a:p>
        </p:txBody>
      </p:sp>
      <p:grpSp>
        <p:nvGrpSpPr>
          <p:cNvPr id="150" name="Group 8"/>
          <p:cNvGrpSpPr/>
          <p:nvPr/>
        </p:nvGrpSpPr>
        <p:grpSpPr bwMode="auto">
          <a:xfrm>
            <a:off x="8362453" y="44624"/>
            <a:ext cx="818059" cy="720079"/>
            <a:chOff x="5424" y="3990"/>
            <a:chExt cx="267" cy="256"/>
          </a:xfrm>
        </p:grpSpPr>
        <p:pic>
          <p:nvPicPr>
            <p:cNvPr id="2097216" name="Picture 9" descr="radar"/>
            <p:cNvPicPr>
              <a:picLocks noChangeAspect="1" noChangeArrowheads="1" noCrop="1"/>
            </p:cNvPicPr>
            <p:nvPr/>
          </p:nvPicPr>
          <p:blipFill>
            <a:blip r:embed="rId3"/>
            <a:srcRect/>
            <a:stretch>
              <a:fillRect/>
            </a:stretch>
          </p:blipFill>
          <p:spPr bwMode="auto">
            <a:xfrm>
              <a:off x="5424" y="3990"/>
              <a:ext cx="267" cy="256"/>
            </a:xfrm>
            <a:prstGeom prst="rect">
              <a:avLst/>
            </a:prstGeom>
            <a:noFill/>
            <a:ln>
              <a:noFill/>
            </a:ln>
          </p:spPr>
        </p:pic>
        <p:sp>
          <p:nvSpPr>
            <p:cNvPr id="1048742" name="AutoShape 10"/>
            <p:cNvSpPr>
              <a:spLocks noChangeArrowheads="1"/>
            </p:cNvSpPr>
            <p:nvPr/>
          </p:nvSpPr>
          <p:spPr bwMode="auto">
            <a:xfrm>
              <a:off x="5459" y="4015"/>
              <a:ext cx="189" cy="207"/>
            </a:xfrm>
            <a:prstGeom prst="star16">
              <a:avLst>
                <a:gd name="adj" fmla="val 37500"/>
              </a:avLst>
            </a:prstGeom>
            <a:noFill/>
            <a:ln>
              <a:noFill/>
            </a:ln>
          </p:spPr>
          <p:txBody>
            <a:bodyPr wrap="none" lIns="91403" tIns="45701" rIns="91403" bIns="45701" anchor="ctr"/>
            <a:lstStyle/>
            <a:p>
              <a:pPr algn="ctr" fontAlgn="base">
                <a:spcBef>
                  <a:spcPct val="0"/>
                </a:spcBef>
                <a:spcAft>
                  <a:spcPct val="0"/>
                </a:spcAft>
              </a:pPr>
              <a:fld id="{7A236C3E-A36D-4FEE-B077-DD0AE1A2FFAE}" type="slidenum">
                <a:rPr lang="en-US" altLang="en-US" sz="2400" b="1">
                  <a:solidFill>
                    <a:srgbClr val="FFFF00"/>
                  </a:solidFill>
                  <a:latin typeface="Arial Black" pitchFamily="34" charset="0"/>
                </a:rPr>
                <a:pPr algn="ctr" fontAlgn="base">
                  <a:spcBef>
                    <a:spcPct val="0"/>
                  </a:spcBef>
                  <a:spcAft>
                    <a:spcPct val="0"/>
                  </a:spcAft>
                </a:pPr>
                <a:t>19</a:t>
              </a:fld>
              <a:endParaRPr lang="en-US" altLang="en-US" sz="2400" b="1" dirty="0">
                <a:solidFill>
                  <a:srgbClr val="FFFF00"/>
                </a:solidFill>
                <a:latin typeface="Arial Black" pitchFamily="34" charset="0"/>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3" name="Rectangle 13"/>
          <p:cNvSpPr/>
          <p:nvPr/>
        </p:nvSpPr>
        <p:spPr>
          <a:xfrm>
            <a:off x="4139952" y="2898872"/>
            <a:ext cx="4767226" cy="1793178"/>
          </a:xfrm>
          <a:prstGeom prst="rect">
            <a:avLst/>
          </a:prstGeom>
          <a:noFill/>
        </p:spPr>
        <p:txBody>
          <a:bodyPr wrap="square" lIns="91377" tIns="45689" rIns="91377" bIns="45689">
            <a:spAutoFit/>
          </a:bodyPr>
          <a:lstStyle/>
          <a:p>
            <a:pPr algn="ctr"/>
            <a:r>
              <a:rPr lang="id-ID" sz="5400" b="1" dirty="0">
                <a:ln w="1905"/>
                <a:gradFill>
                  <a:gsLst>
                    <a:gs pos="0">
                      <a:srgbClr val="F79646">
                        <a:shade val="20000"/>
                        <a:satMod val="200000"/>
                      </a:srgbClr>
                    </a:gs>
                    <a:gs pos="78000">
                      <a:srgbClr val="F79646">
                        <a:tint val="90000"/>
                        <a:shade val="89000"/>
                        <a:satMod val="220000"/>
                      </a:srgbClr>
                    </a:gs>
                    <a:gs pos="100000">
                      <a:srgbClr val="F79646">
                        <a:tint val="12000"/>
                        <a:satMod val="255000"/>
                      </a:srgbClr>
                    </a:gs>
                  </a:gsLst>
                  <a:lin ang="5400000"/>
                </a:gradFill>
                <a:effectLst>
                  <a:innerShdw blurRad="69850" dist="43180" dir="5400000">
                    <a:srgbClr val="000000">
                      <a:alpha val="65000"/>
                    </a:srgbClr>
                  </a:innerShdw>
                </a:effectLst>
                <a:latin typeface="Arial Black" pitchFamily="34" charset="0"/>
              </a:rPr>
              <a:t>HINDARI </a:t>
            </a:r>
            <a:r>
              <a:rPr lang="id-ID" sz="5400" b="1" dirty="0">
                <a:ln w="1905">
                  <a:solidFill>
                    <a:schemeClr val="bg1"/>
                  </a:solidFill>
                </a:ln>
                <a:solidFill>
                  <a:srgbClr val="00B0F0"/>
                </a:solidFill>
                <a:effectLst>
                  <a:innerShdw blurRad="69850" dist="43180" dir="5400000">
                    <a:srgbClr val="000000">
                      <a:alpha val="65000"/>
                    </a:srgbClr>
                  </a:innerShdw>
                </a:effectLst>
                <a:latin typeface="Arial Black" pitchFamily="34" charset="0"/>
              </a:rPr>
              <a:t>NARKOBA</a:t>
            </a:r>
            <a:endParaRPr lang="en-US" sz="5400" b="1" dirty="0">
              <a:ln w="1905">
                <a:solidFill>
                  <a:schemeClr val="bg1"/>
                </a:solidFill>
              </a:ln>
              <a:solidFill>
                <a:srgbClr val="00B0F0"/>
              </a:solidFill>
              <a:effectLst>
                <a:innerShdw blurRad="69850" dist="43180" dir="5400000">
                  <a:srgbClr val="000000">
                    <a:alpha val="65000"/>
                  </a:srgbClr>
                </a:innerShdw>
              </a:effectLst>
              <a:latin typeface="Arial Black" pitchFamily="34" charset="0"/>
            </a:endParaRPr>
          </a:p>
        </p:txBody>
      </p:sp>
      <p:grpSp>
        <p:nvGrpSpPr>
          <p:cNvPr id="152" name="Group 8"/>
          <p:cNvGrpSpPr/>
          <p:nvPr/>
        </p:nvGrpSpPr>
        <p:grpSpPr bwMode="auto">
          <a:xfrm>
            <a:off x="8567739" y="-25393"/>
            <a:ext cx="576262" cy="558801"/>
            <a:chOff x="5424" y="3984"/>
            <a:chExt cx="267" cy="256"/>
          </a:xfrm>
        </p:grpSpPr>
        <p:pic>
          <p:nvPicPr>
            <p:cNvPr id="2097217" name="Picture 9" descr="radar"/>
            <p:cNvPicPr>
              <a:picLocks noChangeAspect="1" noChangeArrowheads="1" noCrop="1"/>
            </p:cNvPicPr>
            <p:nvPr/>
          </p:nvPicPr>
          <p:blipFill>
            <a:blip r:embed="rId2" cstate="print"/>
            <a:srcRect/>
            <a:stretch>
              <a:fillRect/>
            </a:stretch>
          </p:blipFill>
          <p:spPr bwMode="auto">
            <a:xfrm>
              <a:off x="5424" y="3984"/>
              <a:ext cx="267" cy="256"/>
            </a:xfrm>
            <a:prstGeom prst="rect">
              <a:avLst/>
            </a:prstGeom>
            <a:noFill/>
            <a:ln w="9525">
              <a:noFill/>
              <a:miter lim="800000"/>
              <a:headEnd/>
              <a:tailEnd/>
            </a:ln>
          </p:spPr>
        </p:pic>
        <p:sp>
          <p:nvSpPr>
            <p:cNvPr id="1048744" name="AutoShape 10"/>
            <p:cNvSpPr>
              <a:spLocks noChangeArrowheads="1"/>
            </p:cNvSpPr>
            <p:nvPr/>
          </p:nvSpPr>
          <p:spPr bwMode="auto">
            <a:xfrm>
              <a:off x="5459" y="4015"/>
              <a:ext cx="189" cy="207"/>
            </a:xfrm>
            <a:prstGeom prst="star16">
              <a:avLst>
                <a:gd name="adj" fmla="val 37500"/>
              </a:avLst>
            </a:prstGeom>
            <a:noFill/>
            <a:ln w="9525">
              <a:noFill/>
              <a:miter lim="800000"/>
              <a:headEnd/>
              <a:tailEnd/>
            </a:ln>
          </p:spPr>
          <p:txBody>
            <a:bodyPr wrap="none" lIns="91403" tIns="45701" rIns="91403" bIns="45701" anchor="ctr"/>
            <a:lstStyle/>
            <a:p>
              <a:pPr algn="ctr" fontAlgn="base">
                <a:spcBef>
                  <a:spcPct val="0"/>
                </a:spcBef>
                <a:spcAft>
                  <a:spcPct val="0"/>
                </a:spcAft>
              </a:pPr>
              <a:fld id="{4C6EDE9A-FC62-4D04-9A72-529FF9CC887D}" type="slidenum">
                <a:rPr lang="en-US" sz="2000" b="1">
                  <a:solidFill>
                    <a:srgbClr val="FFFF00"/>
                  </a:solidFill>
                  <a:latin typeface="Arial Black" pitchFamily="34" charset="0"/>
                </a:rPr>
                <a:pPr algn="ctr" fontAlgn="base">
                  <a:spcBef>
                    <a:spcPct val="0"/>
                  </a:spcBef>
                  <a:spcAft>
                    <a:spcPct val="0"/>
                  </a:spcAft>
                </a:pPr>
                <a:t>20</a:t>
              </a:fld>
              <a:endParaRPr lang="en-US" sz="2000" b="1" dirty="0">
                <a:solidFill>
                  <a:srgbClr val="FFFF00"/>
                </a:solidFill>
                <a:latin typeface="Arial Black" pitchFamily="34" charset="0"/>
              </a:endParaRPr>
            </a:p>
          </p:txBody>
        </p:sp>
      </p:grpSp>
      <p:pic>
        <p:nvPicPr>
          <p:cNvPr id="2097218" name="Picture 2" descr="Hasil gambar untuk korban narkoba kartun"/>
          <p:cNvPicPr>
            <a:picLocks noChangeAspect="1" noChangeArrowheads="1"/>
          </p:cNvPicPr>
          <p:nvPr/>
        </p:nvPicPr>
        <p:blipFill>
          <a:blip r:embed="rId3"/>
          <a:srcRect/>
          <a:stretch>
            <a:fillRect/>
          </a:stretch>
        </p:blipFill>
        <p:spPr bwMode="auto">
          <a:xfrm flipH="1">
            <a:off x="223553" y="2601294"/>
            <a:ext cx="3704897" cy="2441230"/>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219" name="Picture 2" descr="C:\Users\compaq presario\Pictures\pemuda\tawuran-pelajar-mahasiswa1.jpg"/>
          <p:cNvPicPr>
            <a:picLocks noChangeAspect="1" noChangeArrowheads="1"/>
          </p:cNvPicPr>
          <p:nvPr/>
        </p:nvPicPr>
        <p:blipFill rotWithShape="1">
          <a:blip r:embed="rId2" cstate="print">
            <a:lum bright="-13000" contrast="-2000"/>
          </a:blip>
          <a:srcRect l="11331" t="9328"/>
          <a:stretch>
            <a:fillRect/>
          </a:stretch>
        </p:blipFill>
        <p:spPr bwMode="auto">
          <a:xfrm>
            <a:off x="3" y="-27460"/>
            <a:ext cx="9301086" cy="6885460"/>
          </a:xfrm>
          <a:prstGeom prst="rect">
            <a:avLst/>
          </a:prstGeom>
          <a:noFill/>
        </p:spPr>
      </p:pic>
      <p:sp>
        <p:nvSpPr>
          <p:cNvPr id="1048745" name="Rectangle 2"/>
          <p:cNvSpPr/>
          <p:nvPr/>
        </p:nvSpPr>
        <p:spPr>
          <a:xfrm>
            <a:off x="0" y="5131058"/>
            <a:ext cx="9324528" cy="1234440"/>
          </a:xfrm>
          <a:prstGeom prst="rect">
            <a:avLst/>
          </a:prstGeom>
          <a:solidFill>
            <a:schemeClr val="tx1">
              <a:lumMod val="95000"/>
              <a:lumOff val="5000"/>
              <a:alpha val="87000"/>
            </a:schemeClr>
          </a:solid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id-ID" sz="3600" dirty="0">
                <a:solidFill>
                  <a:prstClr val="white"/>
                </a:solidFill>
                <a:latin typeface="Arial Black" pitchFamily="34" charset="0"/>
              </a:rPr>
              <a:t>Tidak terlibat perkelahian baik antar perorangan maupun antar kelompok</a:t>
            </a:r>
            <a:endParaRPr lang="en-US" sz="3600" b="1" dirty="0">
              <a:ln w="11430"/>
              <a:solidFill>
                <a:prstClr val="white"/>
              </a:solidFill>
              <a:effectLst>
                <a:outerShdw blurRad="80000" dist="40000" dir="5040000" algn="tl">
                  <a:srgbClr val="000000">
                    <a:alpha val="30000"/>
                  </a:srgbClr>
                </a:outerShdw>
              </a:effectLst>
              <a:latin typeface="Arial Black" pitchFamily="34" charset="0"/>
            </a:endParaRPr>
          </a:p>
        </p:txBody>
      </p:sp>
      <p:grpSp>
        <p:nvGrpSpPr>
          <p:cNvPr id="154" name="Group 8"/>
          <p:cNvGrpSpPr/>
          <p:nvPr/>
        </p:nvGrpSpPr>
        <p:grpSpPr bwMode="auto">
          <a:xfrm>
            <a:off x="8567739" y="-25393"/>
            <a:ext cx="576262" cy="558801"/>
            <a:chOff x="5424" y="3984"/>
            <a:chExt cx="267" cy="256"/>
          </a:xfrm>
        </p:grpSpPr>
        <p:pic>
          <p:nvPicPr>
            <p:cNvPr id="2097220" name="Picture 9" descr="radar"/>
            <p:cNvPicPr>
              <a:picLocks noChangeAspect="1" noChangeArrowheads="1" noCrop="1"/>
            </p:cNvPicPr>
            <p:nvPr/>
          </p:nvPicPr>
          <p:blipFill>
            <a:blip r:embed="rId3" cstate="print"/>
            <a:srcRect/>
            <a:stretch>
              <a:fillRect/>
            </a:stretch>
          </p:blipFill>
          <p:spPr bwMode="auto">
            <a:xfrm>
              <a:off x="5424" y="3984"/>
              <a:ext cx="267" cy="256"/>
            </a:xfrm>
            <a:prstGeom prst="rect">
              <a:avLst/>
            </a:prstGeom>
            <a:noFill/>
            <a:ln w="9525">
              <a:noFill/>
              <a:miter lim="800000"/>
              <a:headEnd/>
              <a:tailEnd/>
            </a:ln>
          </p:spPr>
        </p:pic>
        <p:sp>
          <p:nvSpPr>
            <p:cNvPr id="1048746" name="AutoShape 10"/>
            <p:cNvSpPr>
              <a:spLocks noChangeArrowheads="1"/>
            </p:cNvSpPr>
            <p:nvPr/>
          </p:nvSpPr>
          <p:spPr bwMode="auto">
            <a:xfrm>
              <a:off x="5459" y="4015"/>
              <a:ext cx="189" cy="207"/>
            </a:xfrm>
            <a:prstGeom prst="star16">
              <a:avLst>
                <a:gd name="adj" fmla="val 37500"/>
              </a:avLst>
            </a:prstGeom>
            <a:noFill/>
            <a:ln w="9525">
              <a:noFill/>
              <a:miter lim="800000"/>
              <a:headEnd/>
              <a:tailEnd/>
            </a:ln>
          </p:spPr>
          <p:txBody>
            <a:bodyPr wrap="none" lIns="91403" tIns="45701" rIns="91403" bIns="45701" anchor="ctr"/>
            <a:lstStyle/>
            <a:p>
              <a:pPr algn="ctr" fontAlgn="base">
                <a:spcBef>
                  <a:spcPct val="0"/>
                </a:spcBef>
                <a:spcAft>
                  <a:spcPct val="0"/>
                </a:spcAft>
              </a:pPr>
              <a:fld id="{4C6EDE9A-FC62-4D04-9A72-529FF9CC887D}" type="slidenum">
                <a:rPr lang="en-US" sz="2000" b="1">
                  <a:solidFill>
                    <a:srgbClr val="FFFF00"/>
                  </a:solidFill>
                  <a:latin typeface="Arial Black" pitchFamily="34" charset="0"/>
                </a:rPr>
                <a:pPr algn="ctr" fontAlgn="base">
                  <a:spcBef>
                    <a:spcPct val="0"/>
                  </a:spcBef>
                  <a:spcAft>
                    <a:spcPct val="0"/>
                  </a:spcAft>
                </a:pPr>
                <a:t>21</a:t>
              </a:fld>
              <a:endParaRPr lang="en-US" sz="2000" b="1" dirty="0">
                <a:solidFill>
                  <a:srgbClr val="FFFF00"/>
                </a:solidFill>
                <a:latin typeface="Arial Black" pitchFamily="34" charset="0"/>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221" name="Picture 2" descr="C:\Users\WAHYUDI\Documents\f369d85d-708d-4f6b-a1b6-933ef5e507d4_169.jpeg"/>
          <p:cNvPicPr>
            <a:picLocks noChangeAspect="1" noChangeArrowheads="1"/>
          </p:cNvPicPr>
          <p:nvPr/>
        </p:nvPicPr>
        <p:blipFill rotWithShape="1">
          <a:blip r:embed="rId2"/>
          <a:srcRect l="28666" r="28433"/>
          <a:stretch>
            <a:fillRect/>
          </a:stretch>
        </p:blipFill>
        <p:spPr bwMode="auto">
          <a:xfrm>
            <a:off x="107507" y="0"/>
            <a:ext cx="4299758" cy="5229200"/>
          </a:xfrm>
          <a:prstGeom prst="rect">
            <a:avLst/>
          </a:prstGeom>
          <a:ln>
            <a:noFill/>
          </a:ln>
          <a:effectLst>
            <a:softEdge rad="112500"/>
          </a:effectLst>
        </p:spPr>
      </p:pic>
      <p:sp>
        <p:nvSpPr>
          <p:cNvPr id="1048747" name="Rectangle 7"/>
          <p:cNvSpPr/>
          <p:nvPr/>
        </p:nvSpPr>
        <p:spPr>
          <a:xfrm>
            <a:off x="195137" y="5417929"/>
            <a:ext cx="8892480" cy="1361439"/>
          </a:xfrm>
          <a:prstGeom prst="rect">
            <a:avLst/>
          </a:prstGeom>
          <a:solidFill>
            <a:srgbClr val="FFFF00"/>
          </a:solidFill>
        </p:spPr>
        <p:txBody>
          <a:bodyPr wrap="square">
            <a:spAutoFit/>
          </a:bodyPr>
          <a:lstStyle/>
          <a:p>
            <a:pPr algn="ctr"/>
            <a:r>
              <a:rPr lang="id-ID" sz="4000" dirty="0">
                <a:effectLst>
                  <a:glow rad="228600">
                    <a:srgbClr val="FF0000">
                      <a:alpha val="40000"/>
                    </a:srgbClr>
                  </a:glow>
                </a:effectLst>
                <a:latin typeface="Berlin Sans FB Demi" pitchFamily="34" charset="0"/>
              </a:rPr>
              <a:t>TAMPIL SEBAGAI ANAK BANGSA YANG BERPRESTASI </a:t>
            </a:r>
          </a:p>
        </p:txBody>
      </p:sp>
      <p:pic>
        <p:nvPicPr>
          <p:cNvPr id="2097222" name="Picture 3" descr="G:\2014\univ indo\chris john.jpg"/>
          <p:cNvPicPr>
            <a:picLocks noChangeAspect="1" noChangeArrowheads="1"/>
          </p:cNvPicPr>
          <p:nvPr/>
        </p:nvPicPr>
        <p:blipFill>
          <a:blip r:embed="rId3" cstate="print"/>
          <a:srcRect l="40495"/>
          <a:stretch>
            <a:fillRect/>
          </a:stretch>
        </p:blipFill>
        <p:spPr bwMode="auto">
          <a:xfrm>
            <a:off x="4447119" y="97617"/>
            <a:ext cx="4499992" cy="5119555"/>
          </a:xfrm>
          <a:prstGeom prst="rect">
            <a:avLst/>
          </a:prstGeom>
          <a:ln>
            <a:noFill/>
          </a:ln>
          <a:effectLst>
            <a:softEdge rad="112500"/>
          </a:effectLst>
        </p:spPr>
      </p:pic>
      <p:grpSp>
        <p:nvGrpSpPr>
          <p:cNvPr id="156" name="Group 8"/>
          <p:cNvGrpSpPr/>
          <p:nvPr/>
        </p:nvGrpSpPr>
        <p:grpSpPr bwMode="auto">
          <a:xfrm>
            <a:off x="8567739" y="-25393"/>
            <a:ext cx="576262" cy="558801"/>
            <a:chOff x="5424" y="3984"/>
            <a:chExt cx="267" cy="256"/>
          </a:xfrm>
        </p:grpSpPr>
        <p:pic>
          <p:nvPicPr>
            <p:cNvPr id="2097223" name="Picture 9" descr="radar"/>
            <p:cNvPicPr>
              <a:picLocks noChangeAspect="1" noChangeArrowheads="1" noCrop="1"/>
            </p:cNvPicPr>
            <p:nvPr/>
          </p:nvPicPr>
          <p:blipFill>
            <a:blip r:embed="rId4" cstate="print"/>
            <a:srcRect/>
            <a:stretch>
              <a:fillRect/>
            </a:stretch>
          </p:blipFill>
          <p:spPr bwMode="auto">
            <a:xfrm>
              <a:off x="5424" y="3984"/>
              <a:ext cx="267" cy="256"/>
            </a:xfrm>
            <a:prstGeom prst="rect">
              <a:avLst/>
            </a:prstGeom>
            <a:noFill/>
            <a:ln w="9525">
              <a:noFill/>
              <a:miter lim="800000"/>
              <a:headEnd/>
              <a:tailEnd/>
            </a:ln>
          </p:spPr>
        </p:pic>
        <p:sp>
          <p:nvSpPr>
            <p:cNvPr id="1048748" name="AutoShape 10"/>
            <p:cNvSpPr>
              <a:spLocks noChangeArrowheads="1"/>
            </p:cNvSpPr>
            <p:nvPr/>
          </p:nvSpPr>
          <p:spPr bwMode="auto">
            <a:xfrm>
              <a:off x="5459" y="4015"/>
              <a:ext cx="189" cy="207"/>
            </a:xfrm>
            <a:prstGeom prst="star16">
              <a:avLst>
                <a:gd name="adj" fmla="val 37500"/>
              </a:avLst>
            </a:prstGeom>
            <a:noFill/>
            <a:ln w="9525">
              <a:noFill/>
              <a:miter lim="800000"/>
              <a:headEnd/>
              <a:tailEnd/>
            </a:ln>
          </p:spPr>
          <p:txBody>
            <a:bodyPr wrap="none" lIns="91403" tIns="45701" rIns="91403" bIns="45701" anchor="ctr"/>
            <a:lstStyle/>
            <a:p>
              <a:pPr algn="ctr" fontAlgn="base">
                <a:spcBef>
                  <a:spcPct val="0"/>
                </a:spcBef>
                <a:spcAft>
                  <a:spcPct val="0"/>
                </a:spcAft>
              </a:pPr>
              <a:fld id="{4C6EDE9A-FC62-4D04-9A72-529FF9CC887D}" type="slidenum">
                <a:rPr lang="en-US" sz="2000" b="1">
                  <a:solidFill>
                    <a:srgbClr val="FFFF00"/>
                  </a:solidFill>
                  <a:latin typeface="Arial Black" pitchFamily="34" charset="0"/>
                </a:rPr>
                <a:pPr algn="ctr" fontAlgn="base">
                  <a:spcBef>
                    <a:spcPct val="0"/>
                  </a:spcBef>
                  <a:spcAft>
                    <a:spcPct val="0"/>
                  </a:spcAft>
                </a:pPr>
                <a:t>22</a:t>
              </a:fld>
              <a:endParaRPr lang="en-US" sz="2000" b="1" dirty="0">
                <a:solidFill>
                  <a:srgbClr val="FFFF00"/>
                </a:solidFill>
                <a:latin typeface="Arial Black" pitchFamily="34" charset="0"/>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224" name="Picture 2" descr="Gambar terkait"/>
          <p:cNvPicPr>
            <a:picLocks noChangeAspect="1" noChangeArrowheads="1"/>
          </p:cNvPicPr>
          <p:nvPr/>
        </p:nvPicPr>
        <p:blipFill>
          <a:blip r:embed="rId2"/>
          <a:srcRect t="17384"/>
          <a:stretch>
            <a:fillRect/>
          </a:stretch>
        </p:blipFill>
        <p:spPr bwMode="auto">
          <a:xfrm>
            <a:off x="12961" y="25197"/>
            <a:ext cx="9131040" cy="5211309"/>
          </a:xfrm>
          <a:prstGeom prst="rect">
            <a:avLst/>
          </a:prstGeom>
          <a:noFill/>
          <a:ln>
            <a:noFill/>
          </a:ln>
        </p:spPr>
      </p:pic>
      <p:sp>
        <p:nvSpPr>
          <p:cNvPr id="1048749" name="Rectangle 1"/>
          <p:cNvSpPr/>
          <p:nvPr/>
        </p:nvSpPr>
        <p:spPr>
          <a:xfrm>
            <a:off x="0" y="5236508"/>
            <a:ext cx="9131040" cy="1621494"/>
          </a:xfrm>
          <a:prstGeom prst="rect">
            <a:avLst/>
          </a:prstGeom>
        </p:spPr>
        <p:style>
          <a:lnRef idx="2">
            <a:schemeClr val="dk1">
              <a:shade val="50000"/>
            </a:schemeClr>
          </a:lnRef>
          <a:fillRef idx="1">
            <a:schemeClr val="dk1"/>
          </a:fillRef>
          <a:effectRef idx="0">
            <a:schemeClr val="dk1"/>
          </a:effectRef>
          <a:fontRef idx="minor">
            <a:schemeClr val="lt1"/>
          </a:fontRef>
        </p:style>
        <p:txBody>
          <a:bodyPr lIns="83802" tIns="41900" rIns="83802" bIns="41900" anchor="ctr"/>
          <a:lstStyle/>
          <a:p>
            <a:pPr algn="ctr" defTabSz="864202" fontAlgn="base">
              <a:spcBef>
                <a:spcPct val="0"/>
              </a:spcBef>
              <a:spcAft>
                <a:spcPct val="0"/>
              </a:spcAft>
            </a:pPr>
            <a:endParaRPr lang="en-US">
              <a:solidFill>
                <a:prstClr val="white"/>
              </a:solidFill>
            </a:endParaRPr>
          </a:p>
        </p:txBody>
      </p:sp>
      <p:sp>
        <p:nvSpPr>
          <p:cNvPr id="1048750" name="Rectangle 6"/>
          <p:cNvSpPr/>
          <p:nvPr/>
        </p:nvSpPr>
        <p:spPr>
          <a:xfrm>
            <a:off x="323528" y="5877282"/>
            <a:ext cx="8294400" cy="718389"/>
          </a:xfrm>
          <a:prstGeom prst="rect">
            <a:avLst/>
          </a:prstGeom>
          <a:noFill/>
        </p:spPr>
        <p:txBody>
          <a:bodyPr lIns="83802" tIns="41900" rIns="83802" bIns="4190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id-ID" sz="4000" cap="all" dirty="0">
                <a:ln w="9525">
                  <a:solidFill>
                    <a:srgbClr val="FFC000"/>
                  </a:solidFill>
                </a:ln>
                <a:solidFill>
                  <a:srgbClr val="FFFF00"/>
                </a:solidFill>
                <a:effectLst>
                  <a:reflection blurRad="12700" stA="50000" endPos="50000" dist="5000" dir="5400000" sy="-100000" rotWithShape="0"/>
                </a:effectLst>
                <a:latin typeface="Berlin Sans FB Demi" pitchFamily="34" charset="0"/>
              </a:rPr>
              <a:t>KARENA KITA </a:t>
            </a:r>
            <a:r>
              <a:rPr lang="id-ID" sz="4000" cap="all" dirty="0">
                <a:ln w="9525">
                  <a:noFill/>
                </a:ln>
                <a:blipFill dpi="0" rotWithShape="1">
                  <a:blip r:embed="rId3"/>
                  <a:srcRect/>
                  <a:stretch>
                    <a:fillRect/>
                  </a:stretch>
                </a:blipFill>
                <a:effectLst>
                  <a:reflection blurRad="12700" stA="50000" endPos="50000" dist="5000" dir="5400000" sy="-100000" rotWithShape="0"/>
                </a:effectLst>
                <a:latin typeface="Berlin Sans FB Demi" pitchFamily="34" charset="0"/>
              </a:rPr>
              <a:t>INDONESIA</a:t>
            </a:r>
            <a:endParaRPr lang="en-US" sz="4000" cap="all" dirty="0">
              <a:ln w="9525">
                <a:noFill/>
              </a:ln>
              <a:blipFill dpi="0" rotWithShape="1">
                <a:blip r:embed="rId3"/>
                <a:srcRect/>
                <a:stretch>
                  <a:fillRect/>
                </a:stretch>
              </a:blipFill>
              <a:effectLst>
                <a:reflection blurRad="12700" stA="50000" endPos="50000" dist="5000" dir="5400000" sy="-100000" rotWithShape="0"/>
              </a:effectLst>
              <a:latin typeface="Berlin Sans FB Demi" pitchFamily="34" charset="0"/>
            </a:endParaRPr>
          </a:p>
        </p:txBody>
      </p:sp>
      <p:sp>
        <p:nvSpPr>
          <p:cNvPr id="1048751" name="TextBox 7"/>
          <p:cNvSpPr txBox="1"/>
          <p:nvPr/>
        </p:nvSpPr>
        <p:spPr>
          <a:xfrm>
            <a:off x="371840" y="5490956"/>
            <a:ext cx="6928512" cy="464772"/>
          </a:xfrm>
          <a:prstGeom prst="rect">
            <a:avLst/>
          </a:prstGeom>
          <a:noFill/>
          <a:ln>
            <a:noFill/>
          </a:ln>
        </p:spPr>
        <p:txBody>
          <a:bodyPr wrap="none" lIns="83774" tIns="41886" rIns="83774" bIns="41886">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r>
              <a:rPr lang="id-ID" sz="2400" dirty="0">
                <a:ln w="1905"/>
                <a:solidFill>
                  <a:srgbClr val="FFFF00"/>
                </a:solidFill>
                <a:effectLst>
                  <a:innerShdw blurRad="69850" dist="43180" dir="5400000">
                    <a:srgbClr val="000000">
                      <a:alpha val="65000"/>
                    </a:srgbClr>
                  </a:innerShdw>
                </a:effectLst>
                <a:latin typeface="Lucida Handwriting" pitchFamily="66" charset="0"/>
              </a:rPr>
              <a:t>SALING MENGHORMATI ANTAR UMAT BERAGAMA</a:t>
            </a:r>
          </a:p>
        </p:txBody>
      </p:sp>
      <p:pic>
        <p:nvPicPr>
          <p:cNvPr id="2097225" name="Picture 8" descr="garuda"/>
          <p:cNvPicPr>
            <a:picLocks noChangeAspect="1" noChangeArrowheads="1"/>
          </p:cNvPicPr>
          <p:nvPr/>
        </p:nvPicPr>
        <p:blipFill>
          <a:blip r:embed="rId4" cstate="print">
            <a:lum bright="20000" contrast="20000"/>
          </a:blip>
          <a:srcRect/>
          <a:stretch>
            <a:fillRect/>
          </a:stretch>
        </p:blipFill>
        <p:spPr bwMode="auto">
          <a:xfrm>
            <a:off x="184237" y="25197"/>
            <a:ext cx="1249528" cy="1672760"/>
          </a:xfrm>
          <a:prstGeom prst="rect">
            <a:avLst/>
          </a:prstGeom>
          <a:noFill/>
          <a:effectLst>
            <a:glow rad="139700">
              <a:schemeClr val="tx1">
                <a:alpha val="40000"/>
              </a:schemeClr>
            </a:glow>
            <a:outerShdw blurRad="50800" dist="38100" dir="2700000" algn="tl" rotWithShape="0">
              <a:prstClr val="black">
                <a:alpha val="40000"/>
              </a:prstClr>
            </a:outerShdw>
          </a:effectLst>
        </p:spPr>
      </p:pic>
      <p:grpSp>
        <p:nvGrpSpPr>
          <p:cNvPr id="158" name="Group 8"/>
          <p:cNvGrpSpPr/>
          <p:nvPr/>
        </p:nvGrpSpPr>
        <p:grpSpPr bwMode="auto">
          <a:xfrm>
            <a:off x="8485920" y="151182"/>
            <a:ext cx="576000" cy="558778"/>
            <a:chOff x="5424" y="3984"/>
            <a:chExt cx="267" cy="256"/>
          </a:xfrm>
        </p:grpSpPr>
        <p:pic>
          <p:nvPicPr>
            <p:cNvPr id="2097226" name="Picture 9" descr="radar"/>
            <p:cNvPicPr>
              <a:picLocks noChangeAspect="1" noChangeArrowheads="1" noCrop="1"/>
            </p:cNvPicPr>
            <p:nvPr/>
          </p:nvPicPr>
          <p:blipFill>
            <a:blip r:embed="rId5"/>
            <a:srcRect/>
            <a:stretch>
              <a:fillRect/>
            </a:stretch>
          </p:blipFill>
          <p:spPr bwMode="auto">
            <a:xfrm>
              <a:off x="5424" y="3984"/>
              <a:ext cx="267" cy="256"/>
            </a:xfrm>
            <a:prstGeom prst="rect">
              <a:avLst/>
            </a:prstGeom>
            <a:noFill/>
            <a:ln>
              <a:noFill/>
            </a:ln>
          </p:spPr>
        </p:pic>
        <p:sp>
          <p:nvSpPr>
            <p:cNvPr id="1048752" name="AutoShape 10"/>
            <p:cNvSpPr>
              <a:spLocks noChangeArrowheads="1"/>
            </p:cNvSpPr>
            <p:nvPr/>
          </p:nvSpPr>
          <p:spPr bwMode="auto">
            <a:xfrm>
              <a:off x="5459" y="4015"/>
              <a:ext cx="189" cy="207"/>
            </a:xfrm>
            <a:prstGeom prst="star16">
              <a:avLst>
                <a:gd name="adj" fmla="val 37500"/>
              </a:avLst>
            </a:prstGeom>
            <a:noFill/>
            <a:ln>
              <a:noFill/>
            </a:ln>
          </p:spPr>
          <p:txBody>
            <a:bodyPr wrap="none" lIns="91403" tIns="45701" rIns="91403" bIns="45701" anchor="ctr"/>
            <a:lstStyle/>
            <a:p>
              <a:pPr algn="ctr" defTabSz="859162" fontAlgn="base">
                <a:spcBef>
                  <a:spcPct val="0"/>
                </a:spcBef>
                <a:spcAft>
                  <a:spcPct val="0"/>
                </a:spcAft>
              </a:pPr>
              <a:fld id="{E40CDE96-FC24-4DC2-AFC7-3A04154E01BC}" type="slidenum">
                <a:rPr lang="en-US" sz="2000" b="1">
                  <a:solidFill>
                    <a:srgbClr val="FFFF00"/>
                  </a:solidFill>
                  <a:latin typeface="Arial Black" pitchFamily="34" charset="0"/>
                </a:rPr>
                <a:pPr algn="ctr" defTabSz="859162" fontAlgn="base">
                  <a:spcBef>
                    <a:spcPct val="0"/>
                  </a:spcBef>
                  <a:spcAft>
                    <a:spcPct val="0"/>
                  </a:spcAft>
                </a:pPr>
                <a:t>23</a:t>
              </a:fld>
              <a:endParaRPr lang="en-US" sz="2000" b="1">
                <a:solidFill>
                  <a:srgbClr val="FFFF00"/>
                </a:solidFill>
                <a:latin typeface="Arial Black" pitchFamily="34" charset="0"/>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3" name="Slide Number Placeholder 1"/>
          <p:cNvSpPr>
            <a:spLocks noGrp="1"/>
          </p:cNvSpPr>
          <p:nvPr>
            <p:ph type="sldNum" sz="quarter" idx="12"/>
          </p:nvPr>
        </p:nvSpPr>
        <p:spPr/>
        <p:txBody>
          <a:bodyPr/>
          <a:lstStyle/>
          <a:p>
            <a:fld id="{D81A60B0-18E4-4844-8F0C-80FAE1C1ADD8}" type="slidenum">
              <a:rPr lang="en-AU" smtClean="0">
                <a:solidFill>
                  <a:prstClr val="black">
                    <a:tint val="75000"/>
                  </a:prstClr>
                </a:solidFill>
              </a:rPr>
              <a:t>24</a:t>
            </a:fld>
            <a:endParaRPr lang="en-AU">
              <a:solidFill>
                <a:prstClr val="black">
                  <a:tint val="75000"/>
                </a:prstClr>
              </a:solidFill>
            </a:endParaRPr>
          </a:p>
        </p:txBody>
      </p:sp>
      <p:pic>
        <p:nvPicPr>
          <p:cNvPr id="2097227" name="Picture 2" descr="G:\2014\univ trisakti\download.jpg"/>
          <p:cNvPicPr>
            <a:picLocks noChangeAspect="1" noChangeArrowheads="1"/>
          </p:cNvPicPr>
          <p:nvPr/>
        </p:nvPicPr>
        <p:blipFill>
          <a:blip r:embed="rId2" cstate="print">
            <a:lum bright="-14000" contrast="32000"/>
          </a:blip>
          <a:srcRect l="5160" t="6764" r="7560" b="5957"/>
          <a:stretch>
            <a:fillRect/>
          </a:stretch>
        </p:blipFill>
        <p:spPr bwMode="auto">
          <a:xfrm>
            <a:off x="0" y="0"/>
            <a:ext cx="9144000" cy="6858000"/>
          </a:xfrm>
          <a:prstGeom prst="rect">
            <a:avLst/>
          </a:prstGeom>
          <a:noFill/>
        </p:spPr>
      </p:pic>
      <p:sp>
        <p:nvSpPr>
          <p:cNvPr id="1048754" name="TextBox 3"/>
          <p:cNvSpPr txBox="1"/>
          <p:nvPr/>
        </p:nvSpPr>
        <p:spPr>
          <a:xfrm>
            <a:off x="1234144" y="1287406"/>
            <a:ext cx="6938256" cy="2948297"/>
          </a:xfrm>
          <a:prstGeom prst="rect">
            <a:avLst/>
          </a:prstGeom>
          <a:noFill/>
        </p:spPr>
        <p:txBody>
          <a:bodyPr wrap="square" lIns="90796" tIns="45399" rIns="90796" bIns="45399" rtlCol="0">
            <a:spAutoFit/>
          </a:bodyPr>
          <a:lstStyle/>
          <a:p>
            <a:pPr algn="ctr" defTabSz="907968"/>
            <a:r>
              <a:rPr lang="en-AU" sz="3600" b="1" cap="all"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latin typeface="Segoe UI" pitchFamily="34" charset="0"/>
                <a:ea typeface="Segoe UI" pitchFamily="34" charset="0"/>
                <a:cs typeface="Segoe UI" pitchFamily="34" charset="0"/>
              </a:rPr>
              <a:t>GUNAKAN MEDIA SOSIAL</a:t>
            </a:r>
          </a:p>
          <a:p>
            <a:pPr algn="ctr" defTabSz="907968"/>
            <a:r>
              <a:rPr lang="en-AU" sz="3600" b="1" i="1" cap="all" dirty="0">
                <a:ln w="9000" cmpd="sng">
                  <a:solidFill>
                    <a:srgbClr val="8064A2">
                      <a:shade val="50000"/>
                      <a:satMod val="120000"/>
                    </a:srgbClr>
                  </a:solidFill>
                  <a:prstDash val="solid"/>
                </a:ln>
                <a:solidFill>
                  <a:srgbClr val="003300"/>
                </a:solidFill>
                <a:effectLst>
                  <a:reflection blurRad="12700" stA="28000" endPos="45000" dist="1000" dir="5400000" sy="-100000" algn="bl" rotWithShape="0"/>
                </a:effectLst>
                <a:latin typeface="Segoe UI" pitchFamily="34" charset="0"/>
                <a:ea typeface="Segoe UI" pitchFamily="34" charset="0"/>
                <a:cs typeface="Segoe UI" pitchFamily="34" charset="0"/>
              </a:rPr>
              <a:t>FACEBOOK, TWITTER, PATH, TELEGRAM</a:t>
            </a:r>
            <a:r>
              <a:rPr lang="id-ID" sz="3600" b="1" i="1" cap="all" dirty="0">
                <a:ln w="9000" cmpd="sng">
                  <a:solidFill>
                    <a:srgbClr val="8064A2">
                      <a:shade val="50000"/>
                      <a:satMod val="120000"/>
                    </a:srgbClr>
                  </a:solidFill>
                  <a:prstDash val="solid"/>
                </a:ln>
                <a:solidFill>
                  <a:srgbClr val="003300"/>
                </a:solidFill>
                <a:effectLst>
                  <a:reflection blurRad="12700" stA="28000" endPos="45000" dist="1000" dir="5400000" sy="-100000" algn="bl" rotWithShape="0"/>
                </a:effectLst>
                <a:latin typeface="Segoe UI" pitchFamily="34" charset="0"/>
                <a:ea typeface="Segoe UI" pitchFamily="34" charset="0"/>
                <a:cs typeface="Segoe UI" pitchFamily="34" charset="0"/>
              </a:rPr>
              <a:t>, WHATAPPS, INSTAGRAM </a:t>
            </a:r>
            <a:r>
              <a:rPr lang="en-AU" sz="3600" b="1" i="1" cap="all" dirty="0">
                <a:ln w="9000" cmpd="sng">
                  <a:solidFill>
                    <a:srgbClr val="8064A2">
                      <a:shade val="50000"/>
                      <a:satMod val="120000"/>
                    </a:srgbClr>
                  </a:solidFill>
                  <a:prstDash val="solid"/>
                </a:ln>
                <a:solidFill>
                  <a:srgbClr val="003300"/>
                </a:solidFill>
                <a:effectLst>
                  <a:reflection blurRad="12700" stA="28000" endPos="45000" dist="1000" dir="5400000" sy="-100000" algn="bl" rotWithShape="0"/>
                </a:effectLst>
                <a:latin typeface="Segoe UI" pitchFamily="34" charset="0"/>
                <a:ea typeface="Segoe UI" pitchFamily="34" charset="0"/>
                <a:cs typeface="Segoe UI" pitchFamily="34" charset="0"/>
              </a:rPr>
              <a:t>DLL </a:t>
            </a:r>
            <a:r>
              <a:rPr lang="en-AU" sz="3600" b="1" cap="all"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latin typeface="Segoe UI" pitchFamily="34" charset="0"/>
                <a:ea typeface="Segoe UI" pitchFamily="34" charset="0"/>
                <a:cs typeface="Segoe UI" pitchFamily="34" charset="0"/>
              </a:rPr>
              <a:t>UNTUK </a:t>
            </a:r>
            <a:r>
              <a:rPr lang="id-ID" sz="3600" b="1" cap="all"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latin typeface="Segoe UI" pitchFamily="34" charset="0"/>
                <a:ea typeface="Segoe UI" pitchFamily="34" charset="0"/>
                <a:cs typeface="Segoe UI" pitchFamily="34" charset="0"/>
              </a:rPr>
              <a:t>HAL POSITIF/DENGAN BIJAK</a:t>
            </a:r>
            <a:endParaRPr lang="en-AU" sz="3600" b="1" cap="all"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latin typeface="Segoe UI" pitchFamily="34" charset="0"/>
              <a:ea typeface="Segoe UI" pitchFamily="34" charset="0"/>
              <a:cs typeface="Segoe UI" pitchFamily="34" charset="0"/>
            </a:endParaRPr>
          </a:p>
        </p:txBody>
      </p:sp>
      <p:grpSp>
        <p:nvGrpSpPr>
          <p:cNvPr id="160" name="Group 8"/>
          <p:cNvGrpSpPr/>
          <p:nvPr/>
        </p:nvGrpSpPr>
        <p:grpSpPr bwMode="auto">
          <a:xfrm>
            <a:off x="8485920" y="151182"/>
            <a:ext cx="576000" cy="558778"/>
            <a:chOff x="5424" y="3984"/>
            <a:chExt cx="267" cy="256"/>
          </a:xfrm>
        </p:grpSpPr>
        <p:pic>
          <p:nvPicPr>
            <p:cNvPr id="2097228" name="Picture 9" descr="radar"/>
            <p:cNvPicPr>
              <a:picLocks noChangeAspect="1" noChangeArrowheads="1" noCrop="1"/>
            </p:cNvPicPr>
            <p:nvPr/>
          </p:nvPicPr>
          <p:blipFill>
            <a:blip r:embed="rId3"/>
            <a:srcRect/>
            <a:stretch>
              <a:fillRect/>
            </a:stretch>
          </p:blipFill>
          <p:spPr bwMode="auto">
            <a:xfrm>
              <a:off x="5424" y="3984"/>
              <a:ext cx="267" cy="256"/>
            </a:xfrm>
            <a:prstGeom prst="rect">
              <a:avLst/>
            </a:prstGeom>
            <a:noFill/>
            <a:ln>
              <a:noFill/>
            </a:ln>
          </p:spPr>
        </p:pic>
        <p:sp>
          <p:nvSpPr>
            <p:cNvPr id="1048755" name="AutoShape 10"/>
            <p:cNvSpPr>
              <a:spLocks noChangeArrowheads="1"/>
            </p:cNvSpPr>
            <p:nvPr/>
          </p:nvSpPr>
          <p:spPr bwMode="auto">
            <a:xfrm>
              <a:off x="5459" y="4015"/>
              <a:ext cx="189" cy="207"/>
            </a:xfrm>
            <a:prstGeom prst="star16">
              <a:avLst>
                <a:gd name="adj" fmla="val 37500"/>
              </a:avLst>
            </a:prstGeom>
            <a:noFill/>
            <a:ln>
              <a:noFill/>
            </a:ln>
          </p:spPr>
          <p:txBody>
            <a:bodyPr wrap="none" lIns="91403" tIns="45701" rIns="91403" bIns="45701" anchor="ctr"/>
            <a:lstStyle/>
            <a:p>
              <a:pPr algn="ctr" defTabSz="859162" fontAlgn="base">
                <a:spcBef>
                  <a:spcPct val="0"/>
                </a:spcBef>
                <a:spcAft>
                  <a:spcPct val="0"/>
                </a:spcAft>
              </a:pPr>
              <a:fld id="{E40CDE96-FC24-4DC2-AFC7-3A04154E01BC}" type="slidenum">
                <a:rPr lang="en-US" sz="2000" b="1">
                  <a:solidFill>
                    <a:srgbClr val="FFFF00"/>
                  </a:solidFill>
                  <a:latin typeface="Arial Black" pitchFamily="34" charset="0"/>
                </a:rPr>
                <a:pPr algn="ctr" defTabSz="859162" fontAlgn="base">
                  <a:spcBef>
                    <a:spcPct val="0"/>
                  </a:spcBef>
                  <a:spcAft>
                    <a:spcPct val="0"/>
                  </a:spcAft>
                </a:pPr>
                <a:t>24</a:t>
              </a:fld>
              <a:endParaRPr lang="en-US" sz="2000" b="1">
                <a:solidFill>
                  <a:srgbClr val="FFFF00"/>
                </a:solidFill>
                <a:latin typeface="Arial Black" pitchFamily="34" charset="0"/>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6" name="AutoShape 2" descr="Image result for tentara tanam gabah"/>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id-ID">
              <a:solidFill>
                <a:prstClr val="black"/>
              </a:solidFill>
            </a:endParaRPr>
          </a:p>
        </p:txBody>
      </p:sp>
      <p:pic>
        <p:nvPicPr>
          <p:cNvPr id="2097229" name="Picture 2" descr="C:\Users\TOSHIBA\Pictures\20170930010706-BANGGA CINTA PRODUK INDONESIA.jpg"/>
          <p:cNvPicPr>
            <a:picLocks noChangeAspect="1" noChangeArrowheads="1"/>
          </p:cNvPicPr>
          <p:nvPr/>
        </p:nvPicPr>
        <p:blipFill>
          <a:blip r:embed="rId2"/>
          <a:srcRect/>
          <a:stretch>
            <a:fillRect/>
          </a:stretch>
        </p:blipFill>
        <p:spPr bwMode="auto">
          <a:xfrm>
            <a:off x="1" y="-25392"/>
            <a:ext cx="9129868" cy="6883392"/>
          </a:xfrm>
          <a:prstGeom prst="rect">
            <a:avLst/>
          </a:prstGeom>
          <a:noFill/>
        </p:spPr>
      </p:pic>
      <p:grpSp>
        <p:nvGrpSpPr>
          <p:cNvPr id="162" name="Group 8"/>
          <p:cNvGrpSpPr/>
          <p:nvPr/>
        </p:nvGrpSpPr>
        <p:grpSpPr bwMode="auto">
          <a:xfrm>
            <a:off x="8567739" y="-25393"/>
            <a:ext cx="576262" cy="558801"/>
            <a:chOff x="5424" y="3984"/>
            <a:chExt cx="267" cy="256"/>
          </a:xfrm>
        </p:grpSpPr>
        <p:pic>
          <p:nvPicPr>
            <p:cNvPr id="2097230" name="Picture 9" descr="radar"/>
            <p:cNvPicPr>
              <a:picLocks noChangeAspect="1" noChangeArrowheads="1" noCrop="1"/>
            </p:cNvPicPr>
            <p:nvPr/>
          </p:nvPicPr>
          <p:blipFill>
            <a:blip r:embed="rId3" cstate="print"/>
            <a:srcRect/>
            <a:stretch>
              <a:fillRect/>
            </a:stretch>
          </p:blipFill>
          <p:spPr bwMode="auto">
            <a:xfrm>
              <a:off x="5424" y="3984"/>
              <a:ext cx="267" cy="256"/>
            </a:xfrm>
            <a:prstGeom prst="rect">
              <a:avLst/>
            </a:prstGeom>
            <a:noFill/>
            <a:ln w="9525">
              <a:noFill/>
              <a:miter lim="800000"/>
              <a:headEnd/>
              <a:tailEnd/>
            </a:ln>
          </p:spPr>
        </p:pic>
        <p:sp>
          <p:nvSpPr>
            <p:cNvPr id="1048757" name="AutoShape 10"/>
            <p:cNvSpPr>
              <a:spLocks noChangeArrowheads="1"/>
            </p:cNvSpPr>
            <p:nvPr/>
          </p:nvSpPr>
          <p:spPr bwMode="auto">
            <a:xfrm>
              <a:off x="5459" y="4015"/>
              <a:ext cx="189" cy="207"/>
            </a:xfrm>
            <a:prstGeom prst="star16">
              <a:avLst>
                <a:gd name="adj" fmla="val 37500"/>
              </a:avLst>
            </a:prstGeom>
            <a:noFill/>
            <a:ln w="9525">
              <a:noFill/>
              <a:miter lim="800000"/>
              <a:headEnd/>
              <a:tailEnd/>
            </a:ln>
          </p:spPr>
          <p:txBody>
            <a:bodyPr wrap="none" lIns="91403" tIns="45701" rIns="91403" bIns="45701" anchor="ctr"/>
            <a:lstStyle/>
            <a:p>
              <a:pPr algn="ctr" fontAlgn="base">
                <a:spcBef>
                  <a:spcPct val="0"/>
                </a:spcBef>
                <a:spcAft>
                  <a:spcPct val="0"/>
                </a:spcAft>
              </a:pPr>
              <a:fld id="{4C6EDE9A-FC62-4D04-9A72-529FF9CC887D}" type="slidenum">
                <a:rPr lang="en-US" sz="2000" b="1">
                  <a:solidFill>
                    <a:srgbClr val="FFFF00"/>
                  </a:solidFill>
                  <a:latin typeface="Arial Black" pitchFamily="34" charset="0"/>
                </a:rPr>
                <a:pPr algn="ctr" fontAlgn="base">
                  <a:spcBef>
                    <a:spcPct val="0"/>
                  </a:spcBef>
                  <a:spcAft>
                    <a:spcPct val="0"/>
                  </a:spcAft>
                </a:pPr>
                <a:t>25</a:t>
              </a:fld>
              <a:endParaRPr lang="en-US" sz="2000" b="1" dirty="0">
                <a:solidFill>
                  <a:srgbClr val="FFFF00"/>
                </a:solidFill>
                <a:latin typeface="Arial Black" pitchFamily="34" charset="0"/>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231" name="Picture 2" descr="C:\2014\MAHASISWA\1377335_678212602188809_1005928195_n.jpg"/>
          <p:cNvPicPr>
            <a:picLocks noChangeAspect="1" noChangeArrowheads="1"/>
          </p:cNvPicPr>
          <p:nvPr/>
        </p:nvPicPr>
        <p:blipFill rotWithShape="1">
          <a:blip r:embed="rId2" cstate="print"/>
          <a:srcRect l="2674"/>
          <a:stretch>
            <a:fillRect/>
          </a:stretch>
        </p:blipFill>
        <p:spPr bwMode="auto">
          <a:xfrm>
            <a:off x="3" y="0"/>
            <a:ext cx="9192907" cy="6831708"/>
          </a:xfrm>
          <a:prstGeom prst="rect">
            <a:avLst/>
          </a:prstGeom>
          <a:noFill/>
        </p:spPr>
      </p:pic>
      <p:sp>
        <p:nvSpPr>
          <p:cNvPr id="1048758" name="Slide Number Placeholder 1"/>
          <p:cNvSpPr>
            <a:spLocks noGrp="1"/>
          </p:cNvSpPr>
          <p:nvPr>
            <p:ph type="sldNum" sz="quarter" idx="12"/>
          </p:nvPr>
        </p:nvSpPr>
        <p:spPr/>
        <p:txBody>
          <a:bodyPr/>
          <a:lstStyle/>
          <a:p>
            <a:fld id="{D81A60B0-18E4-4844-8F0C-80FAE1C1ADD8}" type="slidenum">
              <a:rPr lang="en-AU" smtClean="0">
                <a:solidFill>
                  <a:prstClr val="black">
                    <a:tint val="75000"/>
                  </a:prstClr>
                </a:solidFill>
              </a:rPr>
              <a:t>26</a:t>
            </a:fld>
            <a:endParaRPr lang="en-AU">
              <a:solidFill>
                <a:prstClr val="black">
                  <a:tint val="75000"/>
                </a:prstClr>
              </a:solidFill>
            </a:endParaRPr>
          </a:p>
        </p:txBody>
      </p:sp>
      <p:sp>
        <p:nvSpPr>
          <p:cNvPr id="1048759" name="Rectangle 2"/>
          <p:cNvSpPr/>
          <p:nvPr/>
        </p:nvSpPr>
        <p:spPr>
          <a:xfrm>
            <a:off x="3" y="5373216"/>
            <a:ext cx="9192907" cy="1361440"/>
          </a:xfrm>
          <a:prstGeom prst="rect">
            <a:avLst/>
          </a:prstGeom>
        </p:spPr>
        <p:txBody>
          <a:bodyPr wrap="square">
            <a:spAutoFit/>
          </a:bodyPr>
          <a:lstStyle/>
          <a:p>
            <a:pPr algn="ctr"/>
            <a:r>
              <a:rPr lang="en-US" sz="4000" b="1" dirty="0" err="1">
                <a:ln w="19050">
                  <a:solidFill>
                    <a:srgbClr val="1F497D">
                      <a:tint val="1000"/>
                    </a:srgbClr>
                  </a:solidFill>
                  <a:prstDash val="solid"/>
                </a:ln>
                <a:solidFill>
                  <a:srgbClr val="66FF33"/>
                </a:solidFill>
                <a:effectLst>
                  <a:glow rad="317500">
                    <a:prstClr val="black">
                      <a:alpha val="90000"/>
                    </a:prstClr>
                  </a:glow>
                  <a:outerShdw blurRad="50000" dist="50800" dir="7500000" algn="tl">
                    <a:srgbClr val="000000">
                      <a:shade val="5000"/>
                      <a:alpha val="35000"/>
                    </a:srgbClr>
                  </a:outerShdw>
                </a:effectLst>
                <a:latin typeface="Rockwell" pitchFamily="18" charset="0"/>
                <a:ea typeface="Segoe UI" pitchFamily="34" charset="0"/>
                <a:cs typeface="Segoe UI" pitchFamily="34" charset="0"/>
              </a:rPr>
              <a:t>Jadilah</a:t>
            </a:r>
            <a:r>
              <a:rPr lang="en-US" sz="4000" b="1" dirty="0">
                <a:ln w="19050">
                  <a:solidFill>
                    <a:srgbClr val="1F497D">
                      <a:tint val="1000"/>
                    </a:srgbClr>
                  </a:solidFill>
                  <a:prstDash val="solid"/>
                </a:ln>
                <a:solidFill>
                  <a:srgbClr val="66FF33"/>
                </a:solidFill>
                <a:effectLst>
                  <a:glow rad="317500">
                    <a:prstClr val="black">
                      <a:alpha val="90000"/>
                    </a:prstClr>
                  </a:glow>
                  <a:outerShdw blurRad="50000" dist="50800" dir="7500000" algn="tl">
                    <a:srgbClr val="000000">
                      <a:shade val="5000"/>
                      <a:alpha val="35000"/>
                    </a:srgbClr>
                  </a:outerShdw>
                </a:effectLst>
                <a:latin typeface="Rockwell" pitchFamily="18" charset="0"/>
                <a:ea typeface="Segoe UI" pitchFamily="34" charset="0"/>
                <a:cs typeface="Segoe UI" pitchFamily="34" charset="0"/>
              </a:rPr>
              <a:t> </a:t>
            </a:r>
            <a:r>
              <a:rPr lang="en-US" sz="4000" b="1" i="1" dirty="0">
                <a:ln w="19050">
                  <a:solidFill>
                    <a:srgbClr val="1F497D">
                      <a:tint val="1000"/>
                    </a:srgbClr>
                  </a:solidFill>
                  <a:prstDash val="solid"/>
                </a:ln>
                <a:solidFill>
                  <a:srgbClr val="66FF33"/>
                </a:solidFill>
                <a:effectLst>
                  <a:glow rad="317500">
                    <a:prstClr val="black">
                      <a:alpha val="90000"/>
                    </a:prstClr>
                  </a:glow>
                  <a:outerShdw blurRad="50000" dist="50800" dir="7500000" algn="tl">
                    <a:srgbClr val="000000">
                      <a:shade val="5000"/>
                      <a:alpha val="35000"/>
                    </a:srgbClr>
                  </a:outerShdw>
                </a:effectLst>
                <a:latin typeface="Rockwell" pitchFamily="18" charset="0"/>
                <a:ea typeface="Segoe UI" pitchFamily="34" charset="0"/>
                <a:cs typeface="Segoe UI" pitchFamily="34" charset="0"/>
              </a:rPr>
              <a:t>TOKOH</a:t>
            </a:r>
            <a:r>
              <a:rPr lang="en-US" sz="4000" b="1" dirty="0">
                <a:ln w="19050">
                  <a:solidFill>
                    <a:srgbClr val="1F497D">
                      <a:tint val="1000"/>
                    </a:srgbClr>
                  </a:solidFill>
                  <a:prstDash val="solid"/>
                </a:ln>
                <a:solidFill>
                  <a:srgbClr val="66FF33"/>
                </a:solidFill>
                <a:effectLst>
                  <a:glow rad="317500">
                    <a:prstClr val="black">
                      <a:alpha val="90000"/>
                    </a:prstClr>
                  </a:glow>
                  <a:outerShdw blurRad="50000" dist="50800" dir="7500000" algn="tl">
                    <a:srgbClr val="000000">
                      <a:shade val="5000"/>
                      <a:alpha val="35000"/>
                    </a:srgbClr>
                  </a:outerShdw>
                </a:effectLst>
                <a:latin typeface="Rockwell" pitchFamily="18" charset="0"/>
                <a:ea typeface="Segoe UI" pitchFamily="34" charset="0"/>
                <a:cs typeface="Segoe UI" pitchFamily="34" charset="0"/>
              </a:rPr>
              <a:t> </a:t>
            </a:r>
            <a:r>
              <a:rPr lang="en-US" sz="4000" b="1" dirty="0" err="1">
                <a:ln w="19050">
                  <a:solidFill>
                    <a:srgbClr val="1F497D">
                      <a:tint val="1000"/>
                    </a:srgbClr>
                  </a:solidFill>
                  <a:prstDash val="solid"/>
                </a:ln>
                <a:solidFill>
                  <a:srgbClr val="66FF33"/>
                </a:solidFill>
                <a:effectLst>
                  <a:glow rad="317500">
                    <a:prstClr val="black">
                      <a:alpha val="90000"/>
                    </a:prstClr>
                  </a:glow>
                  <a:outerShdw blurRad="50000" dist="50800" dir="7500000" algn="tl">
                    <a:srgbClr val="000000">
                      <a:shade val="5000"/>
                      <a:alpha val="35000"/>
                    </a:srgbClr>
                  </a:outerShdw>
                </a:effectLst>
                <a:latin typeface="Rockwell" pitchFamily="18" charset="0"/>
                <a:ea typeface="Segoe UI" pitchFamily="34" charset="0"/>
                <a:cs typeface="Segoe UI" pitchFamily="34" charset="0"/>
              </a:rPr>
              <a:t>dan</a:t>
            </a:r>
            <a:r>
              <a:rPr lang="en-US" sz="4000" b="1" dirty="0">
                <a:ln w="19050">
                  <a:solidFill>
                    <a:srgbClr val="1F497D">
                      <a:tint val="1000"/>
                    </a:srgbClr>
                  </a:solidFill>
                  <a:prstDash val="solid"/>
                </a:ln>
                <a:solidFill>
                  <a:srgbClr val="66FF33"/>
                </a:solidFill>
                <a:effectLst>
                  <a:glow rad="317500">
                    <a:prstClr val="black">
                      <a:alpha val="90000"/>
                    </a:prstClr>
                  </a:glow>
                  <a:outerShdw blurRad="50000" dist="50800" dir="7500000" algn="tl">
                    <a:srgbClr val="000000">
                      <a:shade val="5000"/>
                      <a:alpha val="35000"/>
                    </a:srgbClr>
                  </a:outerShdw>
                </a:effectLst>
                <a:latin typeface="Rockwell" pitchFamily="18" charset="0"/>
                <a:ea typeface="Segoe UI" pitchFamily="34" charset="0"/>
                <a:cs typeface="Segoe UI" pitchFamily="34" charset="0"/>
              </a:rPr>
              <a:t> </a:t>
            </a:r>
            <a:r>
              <a:rPr lang="en-US" sz="4000" b="1" i="1" dirty="0">
                <a:ln w="19050">
                  <a:solidFill>
                    <a:srgbClr val="1F497D">
                      <a:tint val="1000"/>
                    </a:srgbClr>
                  </a:solidFill>
                  <a:prstDash val="solid"/>
                </a:ln>
                <a:solidFill>
                  <a:srgbClr val="66FF33"/>
                </a:solidFill>
                <a:effectLst>
                  <a:glow rad="317500">
                    <a:prstClr val="black">
                      <a:alpha val="90000"/>
                    </a:prstClr>
                  </a:glow>
                  <a:outerShdw blurRad="50000" dist="50800" dir="7500000" algn="tl">
                    <a:srgbClr val="000000">
                      <a:shade val="5000"/>
                      <a:alpha val="35000"/>
                    </a:srgbClr>
                  </a:outerShdw>
                </a:effectLst>
                <a:latin typeface="Rockwell" pitchFamily="18" charset="0"/>
                <a:ea typeface="Segoe UI" pitchFamily="34" charset="0"/>
                <a:cs typeface="Segoe UI" pitchFamily="34" charset="0"/>
              </a:rPr>
              <a:t>CONTOH</a:t>
            </a:r>
            <a:r>
              <a:rPr lang="en-US" sz="4000" b="1" dirty="0">
                <a:ln w="19050">
                  <a:solidFill>
                    <a:srgbClr val="1F497D">
                      <a:tint val="1000"/>
                    </a:srgbClr>
                  </a:solidFill>
                  <a:prstDash val="solid"/>
                </a:ln>
                <a:solidFill>
                  <a:srgbClr val="66FF33"/>
                </a:solidFill>
                <a:effectLst>
                  <a:glow rad="317500">
                    <a:prstClr val="black">
                      <a:alpha val="90000"/>
                    </a:prstClr>
                  </a:glow>
                  <a:outerShdw blurRad="50000" dist="50800" dir="7500000" algn="tl">
                    <a:srgbClr val="000000">
                      <a:shade val="5000"/>
                      <a:alpha val="35000"/>
                    </a:srgbClr>
                  </a:outerShdw>
                </a:effectLst>
                <a:latin typeface="Rockwell" pitchFamily="18" charset="0"/>
                <a:ea typeface="Segoe UI" pitchFamily="34" charset="0"/>
                <a:cs typeface="Segoe UI" pitchFamily="34" charset="0"/>
              </a:rPr>
              <a:t> </a:t>
            </a:r>
          </a:p>
          <a:p>
            <a:pPr algn="ctr"/>
            <a:r>
              <a:rPr lang="id-ID" sz="4000" b="1" dirty="0">
                <a:ln w="19050">
                  <a:solidFill>
                    <a:srgbClr val="1F497D">
                      <a:tint val="1000"/>
                    </a:srgbClr>
                  </a:solidFill>
                  <a:prstDash val="solid"/>
                </a:ln>
                <a:solidFill>
                  <a:srgbClr val="66FF33"/>
                </a:solidFill>
                <a:effectLst>
                  <a:glow rad="317500">
                    <a:prstClr val="black">
                      <a:alpha val="90000"/>
                    </a:prstClr>
                  </a:glow>
                  <a:outerShdw blurRad="50000" dist="50800" dir="7500000" algn="tl">
                    <a:srgbClr val="000000">
                      <a:shade val="5000"/>
                      <a:alpha val="35000"/>
                    </a:srgbClr>
                  </a:outerShdw>
                </a:effectLst>
                <a:latin typeface="Rockwell" pitchFamily="18" charset="0"/>
                <a:ea typeface="Segoe UI" pitchFamily="34" charset="0"/>
                <a:cs typeface="Segoe UI" pitchFamily="34" charset="0"/>
              </a:rPr>
              <a:t>Yang baik </a:t>
            </a:r>
            <a:r>
              <a:rPr lang="en-US" sz="4000" b="1" dirty="0">
                <a:ln w="19050">
                  <a:solidFill>
                    <a:srgbClr val="1F497D">
                      <a:tint val="1000"/>
                    </a:srgbClr>
                  </a:solidFill>
                  <a:prstDash val="solid"/>
                </a:ln>
                <a:solidFill>
                  <a:srgbClr val="66FF33"/>
                </a:solidFill>
                <a:effectLst>
                  <a:glow rad="317500">
                    <a:prstClr val="black">
                      <a:alpha val="90000"/>
                    </a:prstClr>
                  </a:glow>
                  <a:outerShdw blurRad="50000" dist="50800" dir="7500000" algn="tl">
                    <a:srgbClr val="000000">
                      <a:shade val="5000"/>
                      <a:alpha val="35000"/>
                    </a:srgbClr>
                  </a:outerShdw>
                </a:effectLst>
                <a:latin typeface="Rockwell" pitchFamily="18" charset="0"/>
                <a:ea typeface="Segoe UI" pitchFamily="34" charset="0"/>
                <a:cs typeface="Segoe UI" pitchFamily="34" charset="0"/>
              </a:rPr>
              <a:t>di </a:t>
            </a:r>
            <a:r>
              <a:rPr lang="en-US" sz="4000" b="1" dirty="0" err="1">
                <a:ln w="19050">
                  <a:solidFill>
                    <a:srgbClr val="1F497D">
                      <a:tint val="1000"/>
                    </a:srgbClr>
                  </a:solidFill>
                  <a:prstDash val="solid"/>
                </a:ln>
                <a:solidFill>
                  <a:srgbClr val="66FF33"/>
                </a:solidFill>
                <a:effectLst>
                  <a:glow rad="317500">
                    <a:prstClr val="black">
                      <a:alpha val="90000"/>
                    </a:prstClr>
                  </a:glow>
                  <a:outerShdw blurRad="50000" dist="50800" dir="7500000" algn="tl">
                    <a:srgbClr val="000000">
                      <a:shade val="5000"/>
                      <a:alpha val="35000"/>
                    </a:srgbClr>
                  </a:outerShdw>
                </a:effectLst>
                <a:latin typeface="Rockwell" pitchFamily="18" charset="0"/>
                <a:ea typeface="Segoe UI" pitchFamily="34" charset="0"/>
                <a:cs typeface="Segoe UI" pitchFamily="34" charset="0"/>
              </a:rPr>
              <a:t>lingkunganmu</a:t>
            </a:r>
            <a:endParaRPr lang="en-AU" sz="4000" dirty="0">
              <a:solidFill>
                <a:prstClr val="black"/>
              </a:solidFill>
              <a:effectLst>
                <a:glow rad="317500">
                  <a:prstClr val="black">
                    <a:alpha val="90000"/>
                  </a:prstClr>
                </a:glow>
                <a:outerShdw blurRad="50000" dist="50800" dir="7500000" algn="tl">
                  <a:srgbClr val="000000">
                    <a:shade val="5000"/>
                    <a:alpha val="35000"/>
                  </a:srgbClr>
                </a:outerShdw>
              </a:effectLst>
              <a:latin typeface="Rockwell" pitchFamily="18" charset="0"/>
              <a:ea typeface="Segoe UI" pitchFamily="34" charset="0"/>
              <a:cs typeface="Segoe UI" pitchFamily="34" charset="0"/>
            </a:endParaRPr>
          </a:p>
        </p:txBody>
      </p:sp>
      <p:grpSp>
        <p:nvGrpSpPr>
          <p:cNvPr id="164" name="Group 8"/>
          <p:cNvGrpSpPr/>
          <p:nvPr/>
        </p:nvGrpSpPr>
        <p:grpSpPr bwMode="auto">
          <a:xfrm>
            <a:off x="8567739" y="-25393"/>
            <a:ext cx="576262" cy="558801"/>
            <a:chOff x="5424" y="3984"/>
            <a:chExt cx="267" cy="256"/>
          </a:xfrm>
        </p:grpSpPr>
        <p:pic>
          <p:nvPicPr>
            <p:cNvPr id="2097232" name="Picture 9" descr="radar"/>
            <p:cNvPicPr>
              <a:picLocks noChangeAspect="1" noChangeArrowheads="1" noCrop="1"/>
            </p:cNvPicPr>
            <p:nvPr/>
          </p:nvPicPr>
          <p:blipFill>
            <a:blip r:embed="rId3" cstate="print"/>
            <a:srcRect/>
            <a:stretch>
              <a:fillRect/>
            </a:stretch>
          </p:blipFill>
          <p:spPr bwMode="auto">
            <a:xfrm>
              <a:off x="5424" y="3984"/>
              <a:ext cx="267" cy="256"/>
            </a:xfrm>
            <a:prstGeom prst="rect">
              <a:avLst/>
            </a:prstGeom>
            <a:noFill/>
            <a:ln w="9525">
              <a:noFill/>
              <a:miter lim="800000"/>
              <a:headEnd/>
              <a:tailEnd/>
            </a:ln>
          </p:spPr>
        </p:pic>
        <p:sp>
          <p:nvSpPr>
            <p:cNvPr id="1048760" name="AutoShape 10"/>
            <p:cNvSpPr>
              <a:spLocks noChangeArrowheads="1"/>
            </p:cNvSpPr>
            <p:nvPr/>
          </p:nvSpPr>
          <p:spPr bwMode="auto">
            <a:xfrm>
              <a:off x="5459" y="4015"/>
              <a:ext cx="189" cy="207"/>
            </a:xfrm>
            <a:prstGeom prst="star16">
              <a:avLst>
                <a:gd name="adj" fmla="val 37500"/>
              </a:avLst>
            </a:prstGeom>
            <a:noFill/>
            <a:ln w="9525">
              <a:noFill/>
              <a:miter lim="800000"/>
              <a:headEnd/>
              <a:tailEnd/>
            </a:ln>
          </p:spPr>
          <p:txBody>
            <a:bodyPr wrap="none" lIns="91403" tIns="45701" rIns="91403" bIns="45701" anchor="ctr"/>
            <a:lstStyle/>
            <a:p>
              <a:pPr algn="ctr" fontAlgn="base">
                <a:spcBef>
                  <a:spcPct val="0"/>
                </a:spcBef>
                <a:spcAft>
                  <a:spcPct val="0"/>
                </a:spcAft>
              </a:pPr>
              <a:fld id="{4C6EDE9A-FC62-4D04-9A72-529FF9CC887D}" type="slidenum">
                <a:rPr lang="en-US" sz="2000" b="1">
                  <a:solidFill>
                    <a:srgbClr val="FFFF00"/>
                  </a:solidFill>
                  <a:latin typeface="Arial Black" pitchFamily="34" charset="0"/>
                </a:rPr>
                <a:pPr algn="ctr" fontAlgn="base">
                  <a:spcBef>
                    <a:spcPct val="0"/>
                  </a:spcBef>
                  <a:spcAft>
                    <a:spcPct val="0"/>
                  </a:spcAft>
                </a:pPr>
                <a:t>26</a:t>
              </a:fld>
              <a:endParaRPr lang="en-US" sz="2000" b="1" dirty="0">
                <a:solidFill>
                  <a:srgbClr val="FFFF00"/>
                </a:solidFill>
                <a:latin typeface="Arial Black" pitchFamily="34" charset="0"/>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1" name="Slide Number Placeholder 1"/>
          <p:cNvSpPr>
            <a:spLocks noGrp="1"/>
          </p:cNvSpPr>
          <p:nvPr>
            <p:ph type="sldNum" sz="quarter" idx="12"/>
          </p:nvPr>
        </p:nvSpPr>
        <p:spPr/>
        <p:txBody>
          <a:bodyPr/>
          <a:lstStyle/>
          <a:p>
            <a:fld id="{D81A60B0-18E4-4844-8F0C-80FAE1C1ADD8}" type="slidenum">
              <a:rPr lang="en-AU" smtClean="0">
                <a:solidFill>
                  <a:prstClr val="black">
                    <a:tint val="75000"/>
                  </a:prstClr>
                </a:solidFill>
              </a:rPr>
              <a:t>27</a:t>
            </a:fld>
            <a:endParaRPr lang="en-AU">
              <a:solidFill>
                <a:prstClr val="black">
                  <a:tint val="75000"/>
                </a:prstClr>
              </a:solidFill>
            </a:endParaRPr>
          </a:p>
        </p:txBody>
      </p:sp>
      <p:pic>
        <p:nvPicPr>
          <p:cNvPr id="2097233" name="Picture 2" descr="G:\2014\univ trisakti\tari-topeng.jpg"/>
          <p:cNvPicPr>
            <a:picLocks noChangeAspect="1" noChangeArrowheads="1"/>
          </p:cNvPicPr>
          <p:nvPr/>
        </p:nvPicPr>
        <p:blipFill>
          <a:blip r:embed="rId2" cstate="print"/>
          <a:srcRect l="7365" r="3619"/>
          <a:stretch>
            <a:fillRect/>
          </a:stretch>
        </p:blipFill>
        <p:spPr bwMode="auto">
          <a:xfrm>
            <a:off x="0" y="0"/>
            <a:ext cx="9144000" cy="6858000"/>
          </a:xfrm>
          <a:prstGeom prst="rect">
            <a:avLst/>
          </a:prstGeom>
          <a:noFill/>
        </p:spPr>
      </p:pic>
      <p:sp>
        <p:nvSpPr>
          <p:cNvPr id="1048762" name="Rectangle 3"/>
          <p:cNvSpPr/>
          <p:nvPr/>
        </p:nvSpPr>
        <p:spPr>
          <a:xfrm>
            <a:off x="251520" y="1012954"/>
            <a:ext cx="5220072" cy="4980940"/>
          </a:xfrm>
          <a:prstGeom prst="rect">
            <a:avLst/>
          </a:prstGeom>
          <a:solidFill>
            <a:schemeClr val="tx1">
              <a:alpha val="65000"/>
            </a:schemeClr>
          </a:solidFill>
        </p:spPr>
        <p:txBody>
          <a:bodyPr wrap="square">
            <a:spAutoFit/>
          </a:bodyPr>
          <a:lstStyle/>
          <a:p>
            <a:pPr algn="ctr"/>
            <a:r>
              <a:rPr lang="id-ID" sz="4400" b="1" dirty="0">
                <a:ln w="12700">
                  <a:solidFill>
                    <a:srgbClr val="1F497D">
                      <a:tint val="1000"/>
                    </a:srgbClr>
                  </a:solidFill>
                  <a:prstDash val="solid"/>
                </a:ln>
                <a:solidFill>
                  <a:srgbClr val="FFFF00"/>
                </a:solidFill>
                <a:effectLst>
                  <a:glow rad="101600">
                    <a:prstClr val="black">
                      <a:alpha val="60000"/>
                    </a:prstClr>
                  </a:glow>
                </a:effectLst>
                <a:latin typeface="Century Gothic" pitchFamily="34" charset="0"/>
              </a:rPr>
              <a:t>LESTARIKAN BUDAYA SENDIRI  </a:t>
            </a:r>
            <a:r>
              <a:rPr lang="en-AU" sz="4400" b="1" dirty="0">
                <a:ln w="12700">
                  <a:solidFill>
                    <a:srgbClr val="1F497D">
                      <a:tint val="1000"/>
                    </a:srgbClr>
                  </a:solidFill>
                  <a:prstDash val="solid"/>
                </a:ln>
                <a:solidFill>
                  <a:srgbClr val="66FF33"/>
                </a:solidFill>
                <a:effectLst>
                  <a:glow rad="101600">
                    <a:prstClr val="black">
                      <a:alpha val="60000"/>
                    </a:prstClr>
                  </a:glow>
                </a:effectLst>
                <a:latin typeface="Century Gothic" pitchFamily="34" charset="0"/>
              </a:rPr>
              <a:t>JANGAN MUDAH TERPENGARUH BUDAYA ASING DAN ARUS GLOBALISASI</a:t>
            </a:r>
            <a:endParaRPr lang="en-US" sz="4400" b="1" dirty="0">
              <a:ln w="12700">
                <a:solidFill>
                  <a:srgbClr val="1F497D">
                    <a:tint val="1000"/>
                  </a:srgbClr>
                </a:solidFill>
                <a:prstDash val="solid"/>
              </a:ln>
              <a:solidFill>
                <a:srgbClr val="66FF33"/>
              </a:solidFill>
              <a:effectLst>
                <a:glow rad="101600">
                  <a:prstClr val="black">
                    <a:alpha val="60000"/>
                  </a:prstClr>
                </a:glow>
              </a:effectLst>
              <a:latin typeface="Century Gothic" pitchFamily="34" charset="0"/>
            </a:endParaRPr>
          </a:p>
        </p:txBody>
      </p:sp>
      <p:grpSp>
        <p:nvGrpSpPr>
          <p:cNvPr id="166" name="Group 8"/>
          <p:cNvGrpSpPr/>
          <p:nvPr/>
        </p:nvGrpSpPr>
        <p:grpSpPr bwMode="auto">
          <a:xfrm>
            <a:off x="8567739" y="-25393"/>
            <a:ext cx="576262" cy="558801"/>
            <a:chOff x="5424" y="3984"/>
            <a:chExt cx="267" cy="256"/>
          </a:xfrm>
        </p:grpSpPr>
        <p:pic>
          <p:nvPicPr>
            <p:cNvPr id="2097234" name="Picture 9" descr="radar"/>
            <p:cNvPicPr>
              <a:picLocks noChangeAspect="1" noChangeArrowheads="1" noCrop="1"/>
            </p:cNvPicPr>
            <p:nvPr/>
          </p:nvPicPr>
          <p:blipFill>
            <a:blip r:embed="rId3" cstate="print"/>
            <a:srcRect/>
            <a:stretch>
              <a:fillRect/>
            </a:stretch>
          </p:blipFill>
          <p:spPr bwMode="auto">
            <a:xfrm>
              <a:off x="5424" y="3984"/>
              <a:ext cx="267" cy="256"/>
            </a:xfrm>
            <a:prstGeom prst="rect">
              <a:avLst/>
            </a:prstGeom>
            <a:noFill/>
            <a:ln w="9525">
              <a:noFill/>
              <a:miter lim="800000"/>
              <a:headEnd/>
              <a:tailEnd/>
            </a:ln>
          </p:spPr>
        </p:pic>
        <p:sp>
          <p:nvSpPr>
            <p:cNvPr id="1048763" name="AutoShape 10"/>
            <p:cNvSpPr>
              <a:spLocks noChangeArrowheads="1"/>
            </p:cNvSpPr>
            <p:nvPr/>
          </p:nvSpPr>
          <p:spPr bwMode="auto">
            <a:xfrm>
              <a:off x="5459" y="4015"/>
              <a:ext cx="189" cy="207"/>
            </a:xfrm>
            <a:prstGeom prst="star16">
              <a:avLst>
                <a:gd name="adj" fmla="val 37500"/>
              </a:avLst>
            </a:prstGeom>
            <a:noFill/>
            <a:ln w="9525">
              <a:noFill/>
              <a:miter lim="800000"/>
              <a:headEnd/>
              <a:tailEnd/>
            </a:ln>
          </p:spPr>
          <p:txBody>
            <a:bodyPr wrap="none" lIns="91403" tIns="45701" rIns="91403" bIns="45701" anchor="ctr"/>
            <a:lstStyle/>
            <a:p>
              <a:pPr algn="ctr" fontAlgn="base">
                <a:spcBef>
                  <a:spcPct val="0"/>
                </a:spcBef>
                <a:spcAft>
                  <a:spcPct val="0"/>
                </a:spcAft>
              </a:pPr>
              <a:fld id="{4C6EDE9A-FC62-4D04-9A72-529FF9CC887D}" type="slidenum">
                <a:rPr lang="en-US" sz="2000" b="1">
                  <a:solidFill>
                    <a:srgbClr val="FFFF00"/>
                  </a:solidFill>
                  <a:latin typeface="Arial Black" pitchFamily="34" charset="0"/>
                </a:rPr>
                <a:pPr algn="ctr" fontAlgn="base">
                  <a:spcBef>
                    <a:spcPct val="0"/>
                  </a:spcBef>
                  <a:spcAft>
                    <a:spcPct val="0"/>
                  </a:spcAft>
                </a:pPr>
                <a:t>27</a:t>
              </a:fld>
              <a:endParaRPr lang="en-US" sz="2000" b="1" dirty="0">
                <a:solidFill>
                  <a:srgbClr val="FFFF00"/>
                </a:solidFill>
                <a:latin typeface="Arial Black" pitchFamily="34" charset="0"/>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4" name="Slide Number Placeholder 1"/>
          <p:cNvSpPr>
            <a:spLocks noGrp="1"/>
          </p:cNvSpPr>
          <p:nvPr>
            <p:ph type="sldNum" sz="quarter" idx="12"/>
          </p:nvPr>
        </p:nvSpPr>
        <p:spPr/>
        <p:txBody>
          <a:bodyPr/>
          <a:lstStyle/>
          <a:p>
            <a:fld id="{D81A60B0-18E4-4844-8F0C-80FAE1C1ADD8}" type="slidenum">
              <a:rPr lang="en-AU" smtClean="0">
                <a:solidFill>
                  <a:prstClr val="black">
                    <a:tint val="75000"/>
                  </a:prstClr>
                </a:solidFill>
              </a:rPr>
              <a:t>28</a:t>
            </a:fld>
            <a:endParaRPr lang="en-AU">
              <a:solidFill>
                <a:prstClr val="black">
                  <a:tint val="75000"/>
                </a:prstClr>
              </a:solidFill>
            </a:endParaRPr>
          </a:p>
        </p:txBody>
      </p:sp>
      <p:pic>
        <p:nvPicPr>
          <p:cNvPr id="2097235" name="Picture 2" descr="C:\Users\compaq presario\Pictures\pemuda\Cover Bangga Indonesia.jpg"/>
          <p:cNvPicPr>
            <a:picLocks noChangeAspect="1" noChangeArrowheads="1"/>
          </p:cNvPicPr>
          <p:nvPr/>
        </p:nvPicPr>
        <p:blipFill rotWithShape="1">
          <a:blip r:embed="rId2" cstate="print"/>
          <a:srcRect l="4387" t="3720" r="4589" b="11820"/>
          <a:stretch>
            <a:fillRect/>
          </a:stretch>
        </p:blipFill>
        <p:spPr bwMode="auto">
          <a:xfrm>
            <a:off x="107507" y="116633"/>
            <a:ext cx="8928992" cy="6630231"/>
          </a:xfrm>
          <a:prstGeom prst="rect">
            <a:avLst/>
          </a:prstGeom>
          <a:noFill/>
        </p:spPr>
      </p:pic>
      <p:grpSp>
        <p:nvGrpSpPr>
          <p:cNvPr id="168" name="Group 8"/>
          <p:cNvGrpSpPr/>
          <p:nvPr/>
        </p:nvGrpSpPr>
        <p:grpSpPr bwMode="auto">
          <a:xfrm>
            <a:off x="8567739" y="-25393"/>
            <a:ext cx="576262" cy="558801"/>
            <a:chOff x="5424" y="3984"/>
            <a:chExt cx="267" cy="256"/>
          </a:xfrm>
        </p:grpSpPr>
        <p:pic>
          <p:nvPicPr>
            <p:cNvPr id="2097236" name="Picture 9" descr="radar"/>
            <p:cNvPicPr>
              <a:picLocks noChangeAspect="1" noChangeArrowheads="1" noCrop="1"/>
            </p:cNvPicPr>
            <p:nvPr/>
          </p:nvPicPr>
          <p:blipFill>
            <a:blip r:embed="rId3" cstate="print"/>
            <a:srcRect/>
            <a:stretch>
              <a:fillRect/>
            </a:stretch>
          </p:blipFill>
          <p:spPr bwMode="auto">
            <a:xfrm>
              <a:off x="5424" y="3984"/>
              <a:ext cx="267" cy="256"/>
            </a:xfrm>
            <a:prstGeom prst="rect">
              <a:avLst/>
            </a:prstGeom>
            <a:noFill/>
            <a:ln w="9525">
              <a:noFill/>
              <a:miter lim="800000"/>
              <a:headEnd/>
              <a:tailEnd/>
            </a:ln>
          </p:spPr>
        </p:pic>
        <p:sp>
          <p:nvSpPr>
            <p:cNvPr id="1048765" name="AutoShape 10"/>
            <p:cNvSpPr>
              <a:spLocks noChangeArrowheads="1"/>
            </p:cNvSpPr>
            <p:nvPr/>
          </p:nvSpPr>
          <p:spPr bwMode="auto">
            <a:xfrm>
              <a:off x="5459" y="4015"/>
              <a:ext cx="189" cy="207"/>
            </a:xfrm>
            <a:prstGeom prst="star16">
              <a:avLst>
                <a:gd name="adj" fmla="val 37500"/>
              </a:avLst>
            </a:prstGeom>
            <a:noFill/>
            <a:ln w="9525">
              <a:noFill/>
              <a:miter lim="800000"/>
              <a:headEnd/>
              <a:tailEnd/>
            </a:ln>
          </p:spPr>
          <p:txBody>
            <a:bodyPr wrap="none" lIns="91403" tIns="45701" rIns="91403" bIns="45701" anchor="ctr"/>
            <a:lstStyle/>
            <a:p>
              <a:pPr algn="ctr" fontAlgn="base">
                <a:spcBef>
                  <a:spcPct val="0"/>
                </a:spcBef>
                <a:spcAft>
                  <a:spcPct val="0"/>
                </a:spcAft>
              </a:pPr>
              <a:fld id="{4C6EDE9A-FC62-4D04-9A72-529FF9CC887D}" type="slidenum">
                <a:rPr lang="en-US" sz="2000" b="1">
                  <a:solidFill>
                    <a:srgbClr val="FFFF00"/>
                  </a:solidFill>
                  <a:latin typeface="Arial Black" pitchFamily="34" charset="0"/>
                </a:rPr>
                <a:pPr algn="ctr" fontAlgn="base">
                  <a:spcBef>
                    <a:spcPct val="0"/>
                  </a:spcBef>
                  <a:spcAft>
                    <a:spcPct val="0"/>
                  </a:spcAft>
                </a:pPr>
                <a:t>28</a:t>
              </a:fld>
              <a:endParaRPr lang="en-US" sz="2000" b="1" dirty="0">
                <a:solidFill>
                  <a:srgbClr val="FFFF00"/>
                </a:solidFill>
                <a:latin typeface="Arial Black" pitchFamily="34" charset="0"/>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60" name="Picture 2"/>
          <p:cNvPicPr>
            <a:picLocks noChangeAspect="1" noChangeArrowheads="1"/>
          </p:cNvPicPr>
          <p:nvPr/>
        </p:nvPicPr>
        <p:blipFill>
          <a:blip r:embed="rId2"/>
          <a:srcRect l="23334" t="12910" r="20319"/>
          <a:stretch>
            <a:fillRect/>
          </a:stretch>
        </p:blipFill>
        <p:spPr bwMode="auto">
          <a:xfrm>
            <a:off x="2719388" y="838203"/>
            <a:ext cx="4824412" cy="5591175"/>
          </a:xfrm>
          <a:prstGeom prst="rect">
            <a:avLst/>
          </a:prstGeom>
          <a:noFill/>
          <a:ln>
            <a:noFill/>
          </a:ln>
          <a:effectLst/>
        </p:spPr>
      </p:pic>
      <p:sp>
        <p:nvSpPr>
          <p:cNvPr id="1048604" name="TextBox 2"/>
          <p:cNvSpPr txBox="1"/>
          <p:nvPr/>
        </p:nvSpPr>
        <p:spPr>
          <a:xfrm>
            <a:off x="1513214" y="5722209"/>
            <a:ext cx="5504180" cy="853439"/>
          </a:xfrm>
          <a:prstGeom prst="rect">
            <a:avLst/>
          </a:prstGeom>
          <a:solidFill>
            <a:schemeClr val="bg1"/>
          </a:solidFill>
        </p:spPr>
        <p:txBody>
          <a:bodyPr wrap="non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id-ID" sz="4800" b="1" dirty="0">
                <a:ln w="11430"/>
                <a:effectLst>
                  <a:glow rad="228600">
                    <a:srgbClr val="000000">
                      <a:alpha val="40000"/>
                    </a:srgbClr>
                  </a:glow>
                  <a:outerShdw blurRad="50800" dist="38100" dir="2700000" algn="tl" rotWithShape="0">
                    <a:prstClr val="black">
                      <a:alpha val="40000"/>
                    </a:prstClr>
                  </a:outerShdw>
                </a:effectLst>
                <a:latin typeface="Stencil" pitchFamily="82" charset="0"/>
              </a:rPr>
              <a:t>Pantang menyerah</a:t>
            </a:r>
          </a:p>
        </p:txBody>
      </p:sp>
      <p:sp>
        <p:nvSpPr>
          <p:cNvPr id="1048605" name="Diagonal Stripe 4"/>
          <p:cNvSpPr/>
          <p:nvPr/>
        </p:nvSpPr>
        <p:spPr bwMode="auto">
          <a:xfrm>
            <a:off x="-14288" y="-17463"/>
            <a:ext cx="2605088" cy="2608263"/>
          </a:xfrm>
          <a:prstGeom prst="diagStripe">
            <a:avLst>
              <a:gd name="adj" fmla="val 56568"/>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id-ID">
              <a:solidFill>
                <a:prstClr val="white"/>
              </a:solidFill>
            </a:endParaRPr>
          </a:p>
        </p:txBody>
      </p:sp>
      <p:grpSp>
        <p:nvGrpSpPr>
          <p:cNvPr id="60" name="Group 8"/>
          <p:cNvGrpSpPr/>
          <p:nvPr/>
        </p:nvGrpSpPr>
        <p:grpSpPr bwMode="auto">
          <a:xfrm>
            <a:off x="8567739" y="-25393"/>
            <a:ext cx="576262" cy="558801"/>
            <a:chOff x="5424" y="3984"/>
            <a:chExt cx="267" cy="256"/>
          </a:xfrm>
        </p:grpSpPr>
        <p:pic>
          <p:nvPicPr>
            <p:cNvPr id="2097161" name="Picture 9" descr="radar"/>
            <p:cNvPicPr>
              <a:picLocks noChangeAspect="1" noChangeArrowheads="1" noCrop="1"/>
            </p:cNvPicPr>
            <p:nvPr/>
          </p:nvPicPr>
          <p:blipFill>
            <a:blip r:embed="rId3" cstate="print"/>
            <a:srcRect/>
            <a:stretch>
              <a:fillRect/>
            </a:stretch>
          </p:blipFill>
          <p:spPr bwMode="auto">
            <a:xfrm>
              <a:off x="5424" y="3984"/>
              <a:ext cx="267" cy="256"/>
            </a:xfrm>
            <a:prstGeom prst="rect">
              <a:avLst/>
            </a:prstGeom>
            <a:noFill/>
            <a:ln w="9525">
              <a:noFill/>
              <a:miter lim="800000"/>
              <a:headEnd/>
              <a:tailEnd/>
            </a:ln>
          </p:spPr>
        </p:pic>
        <p:sp>
          <p:nvSpPr>
            <p:cNvPr id="1048606" name="AutoShape 10"/>
            <p:cNvSpPr>
              <a:spLocks noChangeArrowheads="1"/>
            </p:cNvSpPr>
            <p:nvPr/>
          </p:nvSpPr>
          <p:spPr bwMode="auto">
            <a:xfrm>
              <a:off x="5459" y="4015"/>
              <a:ext cx="189" cy="207"/>
            </a:xfrm>
            <a:prstGeom prst="star16">
              <a:avLst>
                <a:gd name="adj" fmla="val 37500"/>
              </a:avLst>
            </a:prstGeom>
            <a:noFill/>
            <a:ln w="9525">
              <a:noFill/>
              <a:miter lim="800000"/>
              <a:headEnd/>
              <a:tailEnd/>
            </a:ln>
          </p:spPr>
          <p:txBody>
            <a:bodyPr wrap="none" lIns="91403" tIns="45701" rIns="91403" bIns="45701" anchor="ctr"/>
            <a:lstStyle/>
            <a:p>
              <a:pPr algn="ctr" fontAlgn="base">
                <a:spcBef>
                  <a:spcPct val="0"/>
                </a:spcBef>
                <a:spcAft>
                  <a:spcPct val="0"/>
                </a:spcAft>
              </a:pPr>
              <a:fld id="{4C6EDE9A-FC62-4D04-9A72-529FF9CC887D}" type="slidenum">
                <a:rPr lang="en-US" sz="2000" b="1">
                  <a:solidFill>
                    <a:srgbClr val="FFFF00"/>
                  </a:solidFill>
                  <a:latin typeface="Arial Black" pitchFamily="34" charset="0"/>
                </a:rPr>
                <a:pPr algn="ctr" fontAlgn="base">
                  <a:spcBef>
                    <a:spcPct val="0"/>
                  </a:spcBef>
                  <a:spcAft>
                    <a:spcPct val="0"/>
                  </a:spcAft>
                </a:pPr>
                <a:t>29</a:t>
              </a:fld>
              <a:endParaRPr lang="en-US" sz="2000" b="1" dirty="0">
                <a:solidFill>
                  <a:srgbClr val="FFFF00"/>
                </a:solidFill>
                <a:latin typeface="Arial Black" pitchFamily="34" charset="0"/>
              </a:endParaRPr>
            </a:p>
          </p:txBody>
        </p:sp>
      </p:grpSp>
    </p:spTree>
  </p:cSld>
  <p:clrMapOvr>
    <a:masterClrMapping/>
  </p:clrMapOvr>
  <p:transition spd="slow">
    <p:cove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8" name="Picture 2" descr="G:\2014\univ indo\ciricara.com-pancasila.jpg"/>
          <p:cNvPicPr>
            <a:picLocks noChangeAspect="1" noChangeArrowheads="1"/>
          </p:cNvPicPr>
          <p:nvPr/>
        </p:nvPicPr>
        <p:blipFill>
          <a:blip r:embed="rId2" cstate="print">
            <a:lum bright="-19000"/>
          </a:blip>
          <a:srcRect/>
          <a:stretch>
            <a:fillRect/>
          </a:stretch>
        </p:blipFill>
        <p:spPr bwMode="auto">
          <a:xfrm>
            <a:off x="0" y="0"/>
            <a:ext cx="9144000" cy="6858000"/>
          </a:xfrm>
          <a:prstGeom prst="rect">
            <a:avLst/>
          </a:prstGeom>
          <a:noFill/>
        </p:spPr>
      </p:pic>
      <p:sp>
        <p:nvSpPr>
          <p:cNvPr id="1048601" name="Rectangle 14"/>
          <p:cNvSpPr/>
          <p:nvPr/>
        </p:nvSpPr>
        <p:spPr>
          <a:xfrm>
            <a:off x="0" y="476672"/>
            <a:ext cx="9144000" cy="913630"/>
          </a:xfrm>
          <a:prstGeom prst="rect">
            <a:avLst/>
          </a:prstGeom>
          <a:noFill/>
          <a:ln w="28575">
            <a:noFill/>
          </a:ln>
        </p:spPr>
        <p:txBody>
          <a:bodyPr wrap="square" lIns="81833" tIns="40917" rIns="81833" bIns="40917">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defTabSz="957451"/>
            <a:r>
              <a:rPr lang="id-ID" sz="5400" b="1" spc="236" dirty="0">
                <a:ln w="11430"/>
                <a:blipFill dpi="0" rotWithShape="1">
                  <a:blip r:embed="rId3"/>
                  <a:srcRect/>
                  <a:stretch>
                    <a:fillRect/>
                  </a:stretch>
                </a:blipFill>
                <a:effectLst>
                  <a:glow rad="228600">
                    <a:prstClr val="white">
                      <a:alpha val="40000"/>
                    </a:prstClr>
                  </a:glow>
                  <a:outerShdw blurRad="76200" dist="50800" dir="5400000" algn="tl" rotWithShape="0">
                    <a:srgbClr val="000000">
                      <a:alpha val="65000"/>
                    </a:srgbClr>
                  </a:outerShdw>
                </a:effectLst>
                <a:latin typeface="Berlin Sans FB Demi" pitchFamily="34" charset="0"/>
              </a:rPr>
              <a:t>KESIMPULAN</a:t>
            </a:r>
            <a:endParaRPr lang="en-US" sz="5400" b="1" spc="236" dirty="0">
              <a:ln w="11430"/>
              <a:blipFill dpi="0" rotWithShape="1">
                <a:blip r:embed="rId3"/>
                <a:srcRect/>
                <a:stretch>
                  <a:fillRect/>
                </a:stretch>
              </a:blipFill>
              <a:effectLst>
                <a:glow rad="228600">
                  <a:prstClr val="white">
                    <a:alpha val="40000"/>
                  </a:prstClr>
                </a:glow>
                <a:outerShdw blurRad="76200" dist="50800" dir="5400000" algn="tl" rotWithShape="0">
                  <a:srgbClr val="000000">
                    <a:alpha val="65000"/>
                  </a:srgbClr>
                </a:outerShdw>
              </a:effectLst>
              <a:latin typeface="Berlin Sans FB Demi" pitchFamily="34" charset="0"/>
            </a:endParaRPr>
          </a:p>
        </p:txBody>
      </p:sp>
      <p:sp>
        <p:nvSpPr>
          <p:cNvPr id="1048602" name="Rectangle 13"/>
          <p:cNvSpPr/>
          <p:nvPr/>
        </p:nvSpPr>
        <p:spPr>
          <a:xfrm>
            <a:off x="72008" y="1700808"/>
            <a:ext cx="8892480" cy="3901440"/>
          </a:xfrm>
          <a:prstGeom prst="rect">
            <a:avLst/>
          </a:prstGeom>
          <a:solidFill>
            <a:schemeClr val="tx1">
              <a:alpha val="69000"/>
            </a:schemeClr>
          </a:solidFill>
        </p:spPr>
        <p:txBody>
          <a:bodyPr wrap="square">
            <a:spAutoFit/>
          </a:bodyPr>
          <a:lstStyle/>
          <a:p>
            <a:pPr marL="722313" indent="-457200" algn="just">
              <a:buFont typeface="Wingdings" pitchFamily="2" charset="2"/>
              <a:buChar char="q"/>
            </a:pPr>
            <a:r>
              <a:rPr lang="id-ID" sz="2400" dirty="0">
                <a:solidFill>
                  <a:schemeClr val="bg1"/>
                </a:solidFill>
                <a:latin typeface="Arial Black" pitchFamily="34" charset="0"/>
                <a:ea typeface="Adobe Gothic Std B" pitchFamily="34" charset="-128"/>
              </a:rPr>
              <a:t>Setiap WNI Harus berani mengeluarkan argumennya untuk dapat membuktikan bahwa Indonesia mampu untuk bersaing dalam kancah internasional. </a:t>
            </a:r>
          </a:p>
          <a:p>
            <a:pPr marL="722313" indent="-457200" algn="just"/>
            <a:r>
              <a:rPr lang="id-ID" sz="2400" dirty="0">
                <a:solidFill>
                  <a:schemeClr val="bg1"/>
                </a:solidFill>
                <a:latin typeface="Arial Black" pitchFamily="34" charset="0"/>
                <a:ea typeface="Adobe Gothic Std B" pitchFamily="34" charset="-128"/>
              </a:rPr>
              <a:t> </a:t>
            </a:r>
          </a:p>
          <a:p>
            <a:pPr marL="722313" indent="-457200" algn="just">
              <a:buFont typeface="Wingdings" pitchFamily="2" charset="2"/>
              <a:buChar char="q"/>
            </a:pPr>
            <a:r>
              <a:rPr lang="id-ID" sz="2400" dirty="0">
                <a:solidFill>
                  <a:schemeClr val="bg1"/>
                </a:solidFill>
                <a:latin typeface="Arial Black" pitchFamily="34" charset="0"/>
                <a:ea typeface="Adobe Gothic Std B" pitchFamily="34" charset="-128"/>
              </a:rPr>
              <a:t>Memiliki wawasan kebangsaan terkait negaranya, membela Negaranya dari budaya-budaya lain, sehingga budaya dalam Negri selalu dilesytarikan dalam masyarakat</a:t>
            </a:r>
            <a:r>
              <a:rPr lang="id-ID" sz="2400" dirty="0">
                <a:solidFill>
                  <a:schemeClr val="bg1"/>
                </a:solidFill>
                <a:latin typeface="Adobe Gothic Std B" pitchFamily="34" charset="-128"/>
                <a:ea typeface="Adobe Gothic Std B" pitchFamily="34" charset="-128"/>
              </a:rPr>
              <a:t>.. </a:t>
            </a:r>
          </a:p>
          <a:p>
            <a:pPr marL="722313" indent="-457200" algn="just"/>
            <a:r>
              <a:rPr lang="id-ID" sz="2400" dirty="0">
                <a:solidFill>
                  <a:schemeClr val="bg1"/>
                </a:solidFill>
                <a:latin typeface="Arial Black" pitchFamily="34" charset="0"/>
                <a:ea typeface="Adobe Gothic Std B" pitchFamily="34" charset="-128"/>
              </a:rPr>
              <a:t> </a:t>
            </a:r>
          </a:p>
          <a:p>
            <a:pPr marL="265113" algn="just"/>
            <a:endParaRPr lang="id-ID" sz="2400" dirty="0">
              <a:solidFill>
                <a:schemeClr val="bg1"/>
              </a:solidFill>
              <a:latin typeface="Adobe Gothic Std B" pitchFamily="34" charset="-128"/>
              <a:ea typeface="Adobe Gothic Std B" pitchFamily="34" charset="-128"/>
            </a:endParaRPr>
          </a:p>
        </p:txBody>
      </p:sp>
      <p:grpSp>
        <p:nvGrpSpPr>
          <p:cNvPr id="58" name="Group 8"/>
          <p:cNvGrpSpPr/>
          <p:nvPr/>
        </p:nvGrpSpPr>
        <p:grpSpPr bwMode="auto">
          <a:xfrm>
            <a:off x="8567739" y="-25393"/>
            <a:ext cx="576262" cy="558801"/>
            <a:chOff x="5424" y="3984"/>
            <a:chExt cx="267" cy="256"/>
          </a:xfrm>
        </p:grpSpPr>
        <p:pic>
          <p:nvPicPr>
            <p:cNvPr id="2097159" name="Picture 9" descr="radar"/>
            <p:cNvPicPr>
              <a:picLocks noChangeAspect="1" noChangeArrowheads="1" noCrop="1"/>
            </p:cNvPicPr>
            <p:nvPr/>
          </p:nvPicPr>
          <p:blipFill>
            <a:blip r:embed="rId4" cstate="print"/>
            <a:srcRect/>
            <a:stretch>
              <a:fillRect/>
            </a:stretch>
          </p:blipFill>
          <p:spPr bwMode="auto">
            <a:xfrm>
              <a:off x="5424" y="3984"/>
              <a:ext cx="267" cy="256"/>
            </a:xfrm>
            <a:prstGeom prst="rect">
              <a:avLst/>
            </a:prstGeom>
            <a:noFill/>
            <a:ln w="9525">
              <a:noFill/>
              <a:miter lim="800000"/>
              <a:headEnd/>
              <a:tailEnd/>
            </a:ln>
          </p:spPr>
        </p:pic>
        <p:sp>
          <p:nvSpPr>
            <p:cNvPr id="1048603" name="AutoShape 10"/>
            <p:cNvSpPr>
              <a:spLocks noChangeArrowheads="1"/>
            </p:cNvSpPr>
            <p:nvPr/>
          </p:nvSpPr>
          <p:spPr bwMode="auto">
            <a:xfrm>
              <a:off x="5459" y="4015"/>
              <a:ext cx="189" cy="207"/>
            </a:xfrm>
            <a:prstGeom prst="star16">
              <a:avLst>
                <a:gd name="adj" fmla="val 37500"/>
              </a:avLst>
            </a:prstGeom>
            <a:noFill/>
            <a:ln w="9525">
              <a:noFill/>
              <a:miter lim="800000"/>
              <a:headEnd/>
              <a:tailEnd/>
            </a:ln>
          </p:spPr>
          <p:txBody>
            <a:bodyPr wrap="none" lIns="91403" tIns="45701" rIns="91403" bIns="45701" anchor="ctr"/>
            <a:lstStyle/>
            <a:p>
              <a:pPr algn="ctr" fontAlgn="base">
                <a:spcBef>
                  <a:spcPct val="0"/>
                </a:spcBef>
                <a:spcAft>
                  <a:spcPct val="0"/>
                </a:spcAft>
              </a:pPr>
              <a:fld id="{4C6EDE9A-FC62-4D04-9A72-529FF9CC887D}" type="slidenum">
                <a:rPr lang="en-US" sz="2000" b="1">
                  <a:solidFill>
                    <a:srgbClr val="FFFF00"/>
                  </a:solidFill>
                  <a:latin typeface="Arial Black" pitchFamily="34" charset="0"/>
                </a:rPr>
                <a:pPr algn="ctr" fontAlgn="base">
                  <a:spcBef>
                    <a:spcPct val="0"/>
                  </a:spcBef>
                  <a:spcAft>
                    <a:spcPct val="0"/>
                  </a:spcAft>
                </a:pPr>
                <a:t>30</a:t>
              </a:fld>
              <a:endParaRPr lang="en-US" sz="2000" b="1" dirty="0">
                <a:solidFill>
                  <a:srgbClr val="FFFF00"/>
                </a:solidFill>
                <a:latin typeface="Arial Black" pitchFamily="34" charset="0"/>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1" name="Rectangle 4"/>
          <p:cNvSpPr/>
          <p:nvPr/>
        </p:nvSpPr>
        <p:spPr>
          <a:xfrm>
            <a:off x="0" y="0"/>
            <a:ext cx="9144000" cy="6858000"/>
          </a:xfrm>
          <a:prstGeom prst="rect">
            <a:avLst/>
          </a:prstGeom>
        </p:spPr>
        <p:style>
          <a:lnRef idx="0">
            <a:schemeClr val="dk1"/>
          </a:lnRef>
          <a:fillRef idx="3">
            <a:schemeClr val="dk1"/>
          </a:fillRef>
          <a:effectRef idx="3">
            <a:schemeClr val="dk1"/>
          </a:effectRef>
          <a:fontRef idx="minor">
            <a:schemeClr val="lt1"/>
          </a:fontRef>
        </p:style>
        <p:txBody>
          <a:bodyPr lIns="91377" tIns="45689" rIns="91377" bIns="45689" anchor="ctr"/>
          <a:lstStyle/>
          <a:p>
            <a:pPr algn="ctr"/>
            <a:r>
              <a:rPr lang="id-ID" dirty="0">
                <a:ln w="6350">
                  <a:solidFill>
                    <a:prstClr val="white"/>
                  </a:solidFill>
                </a:ln>
                <a:solidFill>
                  <a:prstClr val="white"/>
                </a:solidFill>
              </a:rPr>
              <a:t>`</a:t>
            </a:r>
            <a:endParaRPr lang="en-US" dirty="0">
              <a:ln w="6350">
                <a:solidFill>
                  <a:prstClr val="white"/>
                </a:solidFill>
              </a:ln>
              <a:solidFill>
                <a:prstClr val="white"/>
              </a:solidFill>
            </a:endParaRPr>
          </a:p>
        </p:txBody>
      </p:sp>
      <p:sp>
        <p:nvSpPr>
          <p:cNvPr id="1048592" name="Rectangle 6"/>
          <p:cNvSpPr/>
          <p:nvPr/>
        </p:nvSpPr>
        <p:spPr>
          <a:xfrm>
            <a:off x="108520" y="4549565"/>
            <a:ext cx="9144000" cy="840996"/>
          </a:xfrm>
          <a:prstGeom prst="rect">
            <a:avLst/>
          </a:prstGeom>
          <a:noFill/>
        </p:spPr>
        <p:txBody>
          <a:bodyPr lIns="91377" tIns="45689" rIns="91377" bIns="45689">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en-US" sz="4800" cap="all" dirty="0">
                <a:ln w="9525">
                  <a:solidFill>
                    <a:srgbClr val="FFC000"/>
                  </a:solidFill>
                </a:ln>
                <a:solidFill>
                  <a:srgbClr val="FFFF00"/>
                </a:solidFill>
                <a:effectLst>
                  <a:reflection blurRad="12700" stA="50000" endPos="50000" dist="5000" dir="5400000" sy="-100000" rotWithShape="0"/>
                </a:effectLst>
                <a:latin typeface="Algerian" pitchFamily="82" charset="0"/>
              </a:rPr>
              <a:t>BERSAMA  RAKYAT  TNI  KUAT</a:t>
            </a:r>
          </a:p>
        </p:txBody>
      </p:sp>
      <p:pic>
        <p:nvPicPr>
          <p:cNvPr id="2097156" name="Picture 7" descr="garuda"/>
          <p:cNvPicPr>
            <a:picLocks noChangeAspect="1" noChangeArrowheads="1"/>
          </p:cNvPicPr>
          <p:nvPr/>
        </p:nvPicPr>
        <p:blipFill>
          <a:blip r:embed="rId3" cstate="print">
            <a:lum bright="20000" contrast="20000"/>
          </a:blip>
          <a:srcRect/>
          <a:stretch>
            <a:fillRect/>
          </a:stretch>
        </p:blipFill>
        <p:spPr bwMode="auto">
          <a:xfrm>
            <a:off x="319539" y="2394450"/>
            <a:ext cx="1570649" cy="2190946"/>
          </a:xfrm>
          <a:prstGeom prst="rect">
            <a:avLst/>
          </a:prstGeom>
          <a:noFill/>
          <a:effectLst>
            <a:glow rad="139700">
              <a:schemeClr val="tx1">
                <a:alpha val="40000"/>
              </a:schemeClr>
            </a:glow>
            <a:outerShdw blurRad="50800" dist="38100" dir="2700000" algn="tl" rotWithShape="0">
              <a:prstClr val="black">
                <a:alpha val="40000"/>
              </a:prstClr>
            </a:outerShdw>
          </a:effectLst>
        </p:spPr>
      </p:pic>
      <p:sp>
        <p:nvSpPr>
          <p:cNvPr id="1048593" name="Rectangle 9"/>
          <p:cNvSpPr/>
          <p:nvPr/>
        </p:nvSpPr>
        <p:spPr>
          <a:xfrm>
            <a:off x="2160240" y="2805772"/>
            <a:ext cx="6479704" cy="1555034"/>
          </a:xfrm>
          <a:prstGeom prst="rect">
            <a:avLst/>
          </a:prstGeom>
          <a:noFill/>
          <a:ln w="28575">
            <a:noFill/>
          </a:ln>
        </p:spPr>
        <p:txBody>
          <a:bodyPr wrap="square" lIns="81833" tIns="40917" rIns="81833" bIns="40917">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defTabSz="957451"/>
            <a:r>
              <a:rPr lang="id-ID" sz="4600" b="1" spc="236" dirty="0">
                <a:ln w="11430"/>
                <a:blipFill dpi="0" rotWithShape="1">
                  <a:blip r:embed="rId4"/>
                  <a:srcRect/>
                  <a:stretch>
                    <a:fillRect/>
                  </a:stretch>
                </a:blipFill>
                <a:effectLst>
                  <a:glow rad="228600">
                    <a:prstClr val="white">
                      <a:alpha val="40000"/>
                    </a:prstClr>
                  </a:glow>
                  <a:outerShdw blurRad="76200" dist="50800" dir="5400000" algn="tl" rotWithShape="0">
                    <a:srgbClr val="000000">
                      <a:alpha val="65000"/>
                    </a:srgbClr>
                  </a:outerShdw>
                </a:effectLst>
                <a:latin typeface="Berlin Sans FB Demi" pitchFamily="34" charset="0"/>
              </a:rPr>
              <a:t>BAGIMU NEGERI</a:t>
            </a:r>
          </a:p>
          <a:p>
            <a:pPr algn="ctr" defTabSz="957451"/>
            <a:r>
              <a:rPr lang="id-ID" sz="4600" b="1" spc="236" dirty="0">
                <a:ln w="11430"/>
                <a:blipFill dpi="0" rotWithShape="1">
                  <a:blip r:embed="rId4"/>
                  <a:srcRect/>
                  <a:stretch>
                    <a:fillRect/>
                  </a:stretch>
                </a:blipFill>
                <a:effectLst>
                  <a:glow rad="228600">
                    <a:prstClr val="white">
                      <a:alpha val="40000"/>
                    </a:prstClr>
                  </a:glow>
                  <a:outerShdw blurRad="76200" dist="50800" dir="5400000" algn="tl" rotWithShape="0">
                    <a:srgbClr val="000000">
                      <a:alpha val="65000"/>
                    </a:srgbClr>
                  </a:outerShdw>
                </a:effectLst>
                <a:latin typeface="Berlin Sans FB Demi" pitchFamily="34" charset="0"/>
              </a:rPr>
              <a:t>JIWA RAGA KAMI</a:t>
            </a:r>
            <a:endParaRPr lang="en-US" sz="4600" b="1" spc="236" dirty="0">
              <a:ln w="11430"/>
              <a:blipFill dpi="0" rotWithShape="1">
                <a:blip r:embed="rId4"/>
                <a:srcRect/>
                <a:stretch>
                  <a:fillRect/>
                </a:stretch>
              </a:blipFill>
              <a:effectLst>
                <a:glow rad="228600">
                  <a:prstClr val="white">
                    <a:alpha val="40000"/>
                  </a:prstClr>
                </a:glow>
                <a:outerShdw blurRad="76200" dist="50800" dir="5400000" algn="tl" rotWithShape="0">
                  <a:srgbClr val="000000">
                    <a:alpha val="65000"/>
                  </a:srgbClr>
                </a:outerShdw>
              </a:effectLst>
              <a:latin typeface="Berlin Sans FB Demi" pitchFamily="34" charset="0"/>
            </a:endParaRPr>
          </a:p>
        </p:txBody>
      </p:sp>
      <p:grpSp>
        <p:nvGrpSpPr>
          <p:cNvPr id="53" name="Group 8"/>
          <p:cNvGrpSpPr/>
          <p:nvPr/>
        </p:nvGrpSpPr>
        <p:grpSpPr bwMode="auto">
          <a:xfrm>
            <a:off x="8567739" y="-25393"/>
            <a:ext cx="576262" cy="558801"/>
            <a:chOff x="5424" y="3984"/>
            <a:chExt cx="267" cy="256"/>
          </a:xfrm>
        </p:grpSpPr>
        <p:pic>
          <p:nvPicPr>
            <p:cNvPr id="2097157" name="Picture 9" descr="radar"/>
            <p:cNvPicPr>
              <a:picLocks noChangeAspect="1" noChangeArrowheads="1" noCrop="1"/>
            </p:cNvPicPr>
            <p:nvPr/>
          </p:nvPicPr>
          <p:blipFill>
            <a:blip r:embed="rId5" cstate="print"/>
            <a:srcRect/>
            <a:stretch>
              <a:fillRect/>
            </a:stretch>
          </p:blipFill>
          <p:spPr bwMode="auto">
            <a:xfrm>
              <a:off x="5424" y="3984"/>
              <a:ext cx="267" cy="256"/>
            </a:xfrm>
            <a:prstGeom prst="rect">
              <a:avLst/>
            </a:prstGeom>
            <a:noFill/>
            <a:ln w="9525">
              <a:noFill/>
              <a:miter lim="800000"/>
              <a:headEnd/>
              <a:tailEnd/>
            </a:ln>
          </p:spPr>
        </p:pic>
        <p:sp>
          <p:nvSpPr>
            <p:cNvPr id="1048594" name="AutoShape 10"/>
            <p:cNvSpPr>
              <a:spLocks noChangeArrowheads="1"/>
            </p:cNvSpPr>
            <p:nvPr/>
          </p:nvSpPr>
          <p:spPr bwMode="auto">
            <a:xfrm>
              <a:off x="5459" y="4015"/>
              <a:ext cx="189" cy="207"/>
            </a:xfrm>
            <a:prstGeom prst="star16">
              <a:avLst>
                <a:gd name="adj" fmla="val 37500"/>
              </a:avLst>
            </a:prstGeom>
            <a:noFill/>
            <a:ln w="9525">
              <a:noFill/>
              <a:miter lim="800000"/>
              <a:headEnd/>
              <a:tailEnd/>
            </a:ln>
          </p:spPr>
          <p:txBody>
            <a:bodyPr wrap="none" lIns="91403" tIns="45701" rIns="91403" bIns="45701" anchor="ctr"/>
            <a:lstStyle/>
            <a:p>
              <a:pPr algn="ctr" fontAlgn="base">
                <a:spcBef>
                  <a:spcPct val="0"/>
                </a:spcBef>
                <a:spcAft>
                  <a:spcPct val="0"/>
                </a:spcAft>
              </a:pPr>
              <a:fld id="{4C6EDE9A-FC62-4D04-9A72-529FF9CC887D}" type="slidenum">
                <a:rPr lang="en-US" sz="2000" b="1">
                  <a:solidFill>
                    <a:srgbClr val="FFFF00"/>
                  </a:solidFill>
                  <a:latin typeface="Arial Black" pitchFamily="34" charset="0"/>
                </a:rPr>
                <a:pPr algn="ctr" fontAlgn="base">
                  <a:spcBef>
                    <a:spcPct val="0"/>
                  </a:spcBef>
                  <a:spcAft>
                    <a:spcPct val="0"/>
                  </a:spcAft>
                </a:pPr>
                <a:t>31</a:t>
              </a:fld>
              <a:endParaRPr lang="en-US" sz="2000" b="1" dirty="0">
                <a:solidFill>
                  <a:srgbClr val="FFFF00"/>
                </a:solidFill>
                <a:latin typeface="Arial Black" pitchFamily="34" charset="0"/>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Rectangle 4"/>
          <p:cNvSpPr/>
          <p:nvPr/>
        </p:nvSpPr>
        <p:spPr>
          <a:xfrm>
            <a:off x="0" y="0"/>
            <a:ext cx="9144000" cy="6858000"/>
          </a:xfrm>
          <a:prstGeom prst="rect">
            <a:avLst/>
          </a:prstGeom>
        </p:spPr>
        <p:style>
          <a:lnRef idx="0">
            <a:schemeClr val="dk1"/>
          </a:lnRef>
          <a:fillRef idx="3">
            <a:schemeClr val="dk1"/>
          </a:fillRef>
          <a:effectRef idx="3">
            <a:schemeClr val="dk1"/>
          </a:effectRef>
          <a:fontRef idx="minor">
            <a:schemeClr val="lt1"/>
          </a:fontRef>
        </p:style>
        <p:txBody>
          <a:bodyPr lIns="90734" tIns="45368" rIns="90734" bIns="45368" anchor="ctr"/>
          <a:lstStyle/>
          <a:p>
            <a:pPr algn="ctr"/>
            <a:endParaRPr lang="en-US">
              <a:ln w="6350">
                <a:solidFill>
                  <a:prstClr val="white"/>
                </a:solidFill>
              </a:ln>
              <a:solidFill>
                <a:prstClr val="white"/>
              </a:solidFill>
            </a:endParaRPr>
          </a:p>
        </p:txBody>
      </p:sp>
      <p:pic>
        <p:nvPicPr>
          <p:cNvPr id="2097152" name="Picture 3" descr="C:\Users\USER\Pictures\Picture133.jpg"/>
          <p:cNvPicPr>
            <a:picLocks noChangeAspect="1" noChangeArrowheads="1"/>
          </p:cNvPicPr>
          <p:nvPr/>
        </p:nvPicPr>
        <p:blipFill>
          <a:blip r:embed="rId3"/>
          <a:srcRect l="6592" t="14648" b="7410"/>
          <a:stretch>
            <a:fillRect/>
          </a:stretch>
        </p:blipFill>
        <p:spPr bwMode="auto">
          <a:xfrm>
            <a:off x="0" y="0"/>
            <a:ext cx="9110297" cy="5562600"/>
          </a:xfrm>
          <a:prstGeom prst="rect">
            <a:avLst/>
          </a:prstGeom>
          <a:noFill/>
          <a:ln w="9525">
            <a:noFill/>
            <a:miter lim="800000"/>
            <a:headEnd/>
            <a:tailEnd/>
          </a:ln>
        </p:spPr>
      </p:pic>
      <p:sp>
        <p:nvSpPr>
          <p:cNvPr id="1048587" name="TextBox 7"/>
          <p:cNvSpPr txBox="1"/>
          <p:nvPr/>
        </p:nvSpPr>
        <p:spPr>
          <a:xfrm>
            <a:off x="1794805" y="5257800"/>
            <a:ext cx="4517564" cy="535206"/>
          </a:xfrm>
          <a:prstGeom prst="rect">
            <a:avLst/>
          </a:prstGeom>
          <a:noFill/>
          <a:ln>
            <a:noFill/>
          </a:ln>
        </p:spPr>
        <p:txBody>
          <a:bodyPr wrap="none" lIns="90703" tIns="45353" rIns="90703" bIns="45353">
            <a:spAutoFit/>
          </a:bodyPr>
          <a:lstStyle/>
          <a:p>
            <a:r>
              <a:rPr lang="en-US" sz="2800" dirty="0" err="1">
                <a:ln w="1905"/>
                <a:solidFill>
                  <a:srgbClr val="FFFF00"/>
                </a:solidFill>
                <a:effectLst>
                  <a:innerShdw blurRad="69850" dist="43180" dir="5400000">
                    <a:srgbClr val="000000">
                      <a:alpha val="65000"/>
                    </a:srgbClr>
                  </a:innerShdw>
                </a:effectLst>
                <a:latin typeface="Lucida Handwriting" pitchFamily="66" charset="0"/>
              </a:rPr>
              <a:t>Sekian</a:t>
            </a:r>
            <a:r>
              <a:rPr lang="en-US" sz="2800" dirty="0">
                <a:ln w="1905"/>
                <a:solidFill>
                  <a:srgbClr val="FFFF00"/>
                </a:solidFill>
                <a:effectLst>
                  <a:innerShdw blurRad="69850" dist="43180" dir="5400000">
                    <a:srgbClr val="000000">
                      <a:alpha val="65000"/>
                    </a:srgbClr>
                  </a:innerShdw>
                </a:effectLst>
                <a:latin typeface="Lucida Handwriting" pitchFamily="66" charset="0"/>
              </a:rPr>
              <a:t>  </a:t>
            </a:r>
            <a:r>
              <a:rPr lang="en-US" sz="2800" dirty="0" err="1">
                <a:ln w="1905"/>
                <a:solidFill>
                  <a:srgbClr val="FFFF00"/>
                </a:solidFill>
                <a:effectLst>
                  <a:innerShdw blurRad="69850" dist="43180" dir="5400000">
                    <a:srgbClr val="000000">
                      <a:alpha val="65000"/>
                    </a:srgbClr>
                  </a:innerShdw>
                </a:effectLst>
                <a:latin typeface="Lucida Handwriting" pitchFamily="66" charset="0"/>
              </a:rPr>
              <a:t>dan</a:t>
            </a:r>
            <a:r>
              <a:rPr lang="en-US" sz="2800" dirty="0">
                <a:ln w="1905"/>
                <a:solidFill>
                  <a:srgbClr val="FFFF00"/>
                </a:solidFill>
                <a:effectLst>
                  <a:innerShdw blurRad="69850" dist="43180" dir="5400000">
                    <a:srgbClr val="000000">
                      <a:alpha val="65000"/>
                    </a:srgbClr>
                  </a:innerShdw>
                </a:effectLst>
                <a:latin typeface="Lucida Handwriting" pitchFamily="66" charset="0"/>
              </a:rPr>
              <a:t>  </a:t>
            </a:r>
            <a:r>
              <a:rPr lang="en-US" sz="2800" dirty="0" err="1">
                <a:ln w="1905"/>
                <a:solidFill>
                  <a:srgbClr val="FFFF00"/>
                </a:solidFill>
                <a:effectLst>
                  <a:innerShdw blurRad="69850" dist="43180" dir="5400000">
                    <a:srgbClr val="000000">
                      <a:alpha val="65000"/>
                    </a:srgbClr>
                  </a:innerShdw>
                </a:effectLst>
                <a:latin typeface="Lucida Handwriting" pitchFamily="66" charset="0"/>
              </a:rPr>
              <a:t>Terima</a:t>
            </a:r>
            <a:r>
              <a:rPr lang="en-US" sz="2800" dirty="0">
                <a:ln w="1905"/>
                <a:solidFill>
                  <a:srgbClr val="FFFF00"/>
                </a:solidFill>
                <a:effectLst>
                  <a:innerShdw blurRad="69850" dist="43180" dir="5400000">
                    <a:srgbClr val="000000">
                      <a:alpha val="65000"/>
                    </a:srgbClr>
                  </a:innerShdw>
                </a:effectLst>
                <a:latin typeface="Lucida Handwriting" pitchFamily="66" charset="0"/>
              </a:rPr>
              <a:t>  </a:t>
            </a:r>
            <a:r>
              <a:rPr lang="en-US" sz="2800" dirty="0" err="1">
                <a:ln w="1905"/>
                <a:solidFill>
                  <a:srgbClr val="FFFF00"/>
                </a:solidFill>
                <a:effectLst>
                  <a:innerShdw blurRad="69850" dist="43180" dir="5400000">
                    <a:srgbClr val="000000">
                      <a:alpha val="65000"/>
                    </a:srgbClr>
                  </a:innerShdw>
                </a:effectLst>
                <a:latin typeface="Lucida Handwriting" pitchFamily="66" charset="0"/>
              </a:rPr>
              <a:t>Kasih</a:t>
            </a:r>
            <a:endParaRPr lang="id-ID" sz="2800" dirty="0">
              <a:ln w="1905"/>
              <a:solidFill>
                <a:srgbClr val="FFFF00"/>
              </a:solidFill>
              <a:effectLst>
                <a:innerShdw blurRad="69850" dist="43180" dir="5400000">
                  <a:srgbClr val="000000">
                    <a:alpha val="65000"/>
                  </a:srgbClr>
                </a:innerShdw>
              </a:effectLst>
              <a:latin typeface="Lucida Handwriting" pitchFamily="66" charset="0"/>
            </a:endParaRPr>
          </a:p>
        </p:txBody>
      </p:sp>
      <p:pic>
        <p:nvPicPr>
          <p:cNvPr id="2097153" name="Picture 7" descr="garuda"/>
          <p:cNvPicPr>
            <a:picLocks noChangeAspect="1" noChangeArrowheads="1"/>
          </p:cNvPicPr>
          <p:nvPr/>
        </p:nvPicPr>
        <p:blipFill>
          <a:blip r:embed="rId4" cstate="print">
            <a:lum bright="20000" contrast="20000"/>
          </a:blip>
          <a:srcRect/>
          <a:stretch>
            <a:fillRect/>
          </a:stretch>
        </p:blipFill>
        <p:spPr bwMode="auto">
          <a:xfrm>
            <a:off x="211060" y="3657600"/>
            <a:ext cx="1570649" cy="2190946"/>
          </a:xfrm>
          <a:prstGeom prst="rect">
            <a:avLst/>
          </a:prstGeom>
          <a:noFill/>
          <a:effectLst>
            <a:glow rad="139700">
              <a:schemeClr val="tx1">
                <a:alpha val="40000"/>
              </a:schemeClr>
            </a:glow>
            <a:outerShdw blurRad="50800" dist="38100" dir="2700000" algn="tl" rotWithShape="0">
              <a:prstClr val="black">
                <a:alpha val="40000"/>
              </a:prstClr>
            </a:outerShdw>
          </a:effectLst>
        </p:spPr>
      </p:pic>
      <p:grpSp>
        <p:nvGrpSpPr>
          <p:cNvPr id="49" name="Group 13"/>
          <p:cNvGrpSpPr/>
          <p:nvPr/>
        </p:nvGrpSpPr>
        <p:grpSpPr bwMode="auto">
          <a:xfrm>
            <a:off x="-52754" y="1"/>
            <a:ext cx="9214338" cy="990600"/>
            <a:chOff x="-57150" y="0"/>
            <a:chExt cx="9982200" cy="990659"/>
          </a:xfrm>
        </p:grpSpPr>
        <p:pic>
          <p:nvPicPr>
            <p:cNvPr id="2097154" name="Picture 10" descr="BANNERAN copy.jpg"/>
            <p:cNvPicPr>
              <a:picLocks noChangeAspect="1"/>
            </p:cNvPicPr>
            <p:nvPr/>
          </p:nvPicPr>
          <p:blipFill>
            <a:blip r:embed="rId5">
              <a:lum bright="-10000"/>
            </a:blip>
            <a:srcRect r="7701"/>
            <a:stretch>
              <a:fillRect/>
            </a:stretch>
          </p:blipFill>
          <p:spPr>
            <a:xfrm>
              <a:off x="-57150" y="0"/>
              <a:ext cx="8667750" cy="990659"/>
            </a:xfrm>
            <a:prstGeom prst="rect">
              <a:avLst/>
            </a:prstGeom>
            <a:ln>
              <a:noFill/>
            </a:ln>
            <a:effectLst>
              <a:softEdge rad="112500"/>
            </a:effectLst>
          </p:spPr>
        </p:pic>
        <p:pic>
          <p:nvPicPr>
            <p:cNvPr id="2097155" name="Picture 3" descr="D:\Backgroundd\KUMPULAN GAMBAR\cAMPURAN\DSC_0048.JPG"/>
            <p:cNvPicPr>
              <a:picLocks noChangeAspect="1" noChangeArrowheads="1"/>
            </p:cNvPicPr>
            <p:nvPr/>
          </p:nvPicPr>
          <p:blipFill>
            <a:blip r:embed="rId6" cstate="print">
              <a:lum contrast="40000"/>
            </a:blip>
            <a:srcRect/>
            <a:stretch>
              <a:fillRect/>
            </a:stretch>
          </p:blipFill>
          <p:spPr bwMode="auto">
            <a:xfrm>
              <a:off x="8282736" y="0"/>
              <a:ext cx="1642314" cy="933450"/>
            </a:xfrm>
            <a:prstGeom prst="rect">
              <a:avLst/>
            </a:prstGeom>
            <a:ln>
              <a:noFill/>
            </a:ln>
            <a:effectLst>
              <a:softEdge rad="112500"/>
            </a:effectLst>
          </p:spPr>
        </p:pic>
      </p:gr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tro">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etro">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28700" rtl="0" eaLnBrk="1" fontAlgn="base" latinLnBrk="0" hangingPunct="1">
          <a:lnSpc>
            <a:spcPct val="100000"/>
          </a:lnSpc>
          <a:spcBef>
            <a:spcPct val="0"/>
          </a:spcBef>
          <a:spcAft>
            <a:spcPct val="0"/>
          </a:spcAft>
          <a:buClrTx/>
          <a:buSzTx/>
          <a:buFontTx/>
          <a:buNone/>
          <a:defRPr kumimoji="0" lang="en-US" sz="2000" b="1" i="0" u="none" strike="noStrike" cap="none" normalizeH="0" baseline="0" smtClean="0">
            <a:ln>
              <a:noFill/>
            </a:ln>
            <a:solidFill>
              <a:schemeClr val="tx1"/>
            </a:solidFill>
            <a:effectLst/>
            <a:latin typeface="Arial Black"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28700" rtl="0" eaLnBrk="1" fontAlgn="base" latinLnBrk="0" hangingPunct="1">
          <a:lnSpc>
            <a:spcPct val="100000"/>
          </a:lnSpc>
          <a:spcBef>
            <a:spcPct val="0"/>
          </a:spcBef>
          <a:spcAft>
            <a:spcPct val="0"/>
          </a:spcAft>
          <a:buClrTx/>
          <a:buSzTx/>
          <a:buFontTx/>
          <a:buNone/>
          <a:defRPr kumimoji="0" lang="en-US" sz="2000" b="1" i="0" u="none" strike="noStrike" cap="none" normalizeH="0" baseline="0" smtClean="0">
            <a:ln>
              <a:noFill/>
            </a:ln>
            <a:solidFill>
              <a:schemeClr val="tx1"/>
            </a:solidFill>
            <a:effectLst/>
            <a:latin typeface="Arial Black"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596</Words>
  <Application>Microsoft Office PowerPoint</Application>
  <PresentationFormat>On-screen Show (4:3)</PresentationFormat>
  <Paragraphs>119</Paragraphs>
  <Slides>32</Slides>
  <Notes>7</Notes>
  <HiddenSlides>0</HiddenSlides>
  <MMClips>3</MMClips>
  <ScaleCrop>false</ScaleCrop>
  <HeadingPairs>
    <vt:vector size="6" baseType="variant">
      <vt:variant>
        <vt:lpstr>Fonts Used</vt:lpstr>
      </vt:variant>
      <vt:variant>
        <vt:i4>21</vt:i4>
      </vt:variant>
      <vt:variant>
        <vt:lpstr>Theme</vt:lpstr>
      </vt:variant>
      <vt:variant>
        <vt:i4>4</vt:i4>
      </vt:variant>
      <vt:variant>
        <vt:lpstr>Slide Titles</vt:lpstr>
      </vt:variant>
      <vt:variant>
        <vt:i4>32</vt:i4>
      </vt:variant>
    </vt:vector>
  </HeadingPairs>
  <TitlesOfParts>
    <vt:vector size="57" baseType="lpstr">
      <vt:lpstr>宋体</vt:lpstr>
      <vt:lpstr>Adobe Fangsong Std R</vt:lpstr>
      <vt:lpstr>Adobe Gothic Std B</vt:lpstr>
      <vt:lpstr>Algerian</vt:lpstr>
      <vt:lpstr>Arial</vt:lpstr>
      <vt:lpstr>Arial Black</vt:lpstr>
      <vt:lpstr>Berlin Sans FB Demi</vt:lpstr>
      <vt:lpstr>Calibri</vt:lpstr>
      <vt:lpstr>Century Gothic</vt:lpstr>
      <vt:lpstr>Consolas</vt:lpstr>
      <vt:lpstr>Corbel</vt:lpstr>
      <vt:lpstr>Lucida Handwriting</vt:lpstr>
      <vt:lpstr>Rockwell</vt:lpstr>
      <vt:lpstr>Rockwell Extra Bold</vt:lpstr>
      <vt:lpstr>Segoe UI</vt:lpstr>
      <vt:lpstr>Stencil</vt:lpstr>
      <vt:lpstr>Tahoma</vt:lpstr>
      <vt:lpstr>Times New Roman</vt:lpstr>
      <vt:lpstr>Wingdings</vt:lpstr>
      <vt:lpstr>Wingdings 2</vt:lpstr>
      <vt:lpstr>Wingdings 3</vt:lpstr>
      <vt:lpstr>Metro</vt:lpstr>
      <vt:lpstr>2_Office Theme</vt:lpstr>
      <vt:lpstr>3_Office Theme</vt:lpstr>
      <vt:lpstr>2_Default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WAHYUDI</dc:creator>
  <cp:lastModifiedBy>Windows User</cp:lastModifiedBy>
  <cp:revision>2</cp:revision>
  <dcterms:created xsi:type="dcterms:W3CDTF">2018-07-19T12:39:57Z</dcterms:created>
  <dcterms:modified xsi:type="dcterms:W3CDTF">2026-06-02T00:20:31Z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67ff8069b80449a19cbbc8e67c642481</vt:lpwstr>
  </property>
</Properties>
</file>